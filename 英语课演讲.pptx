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custDataLst>
    <p:tags r:id="rId9"/>
  </p:custDataLst>
  <p:kinsoku lang="zh-CN" invalStChars="!%),.:;?]}¨·ˇˉ་―‖’”…‰∶、。〃々〉》」』】〕〗！＂＇％），．：；？］｀｜｝～￠&gt;¢°′″›℃〞︶︺︾﹀﹄﹚﹜﹞" invalEndChars="([{·‘“〈《「『【〔〖（．［｛￡￥$£¥〝﹙﹛﹝＄"/>
  <p:defaultTextStyle>
    <a:defPPr>
      <a:defRPr lang="zh-CN"/>
    </a:defPPr>
    <a:lvl1pPr marL="0" indent="0" algn="l" defTabSz="914400" eaLnBrk="1" fontAlgn="auto" latinLnBrk="0" hangingPunct="1">
      <a:defRPr sz="1800" kern="1200">
        <a:solidFill>
          <a:schemeClr val="tx1"/>
        </a:solidFill>
        <a:latin typeface="Times New Roman" panose="02020603050405020304" charset="0"/>
        <a:ea typeface="宋体" panose="02010600030101010101" pitchFamily="2" charset="-122"/>
        <a:cs typeface="Times New Roman" panose="02020603050405020304" charset="0"/>
      </a:defRPr>
    </a:lvl1pPr>
    <a:lvl2pPr marL="457200" indent="0" algn="l" defTabSz="914400" eaLnBrk="1" fontAlgn="auto" latinLnBrk="0" hangingPunct="1">
      <a:defRPr sz="1800" kern="1200">
        <a:solidFill>
          <a:schemeClr val="tx1"/>
        </a:solidFill>
        <a:latin typeface="Times New Roman" panose="02020603050405020304" charset="0"/>
        <a:ea typeface="宋体" panose="02010600030101010101" pitchFamily="2" charset="-122"/>
        <a:cs typeface="Times New Roman" panose="02020603050405020304" charset="0"/>
      </a:defRPr>
    </a:lvl2pPr>
    <a:lvl3pPr marL="914400" indent="0" algn="l" defTabSz="914400" eaLnBrk="1" fontAlgn="auto" latinLnBrk="0" hangingPunct="1">
      <a:defRPr sz="1800" kern="1200">
        <a:solidFill>
          <a:schemeClr val="tx1"/>
        </a:solidFill>
        <a:latin typeface="Times New Roman" panose="02020603050405020304" charset="0"/>
        <a:ea typeface="宋体" panose="02010600030101010101" pitchFamily="2" charset="-122"/>
        <a:cs typeface="Times New Roman" panose="02020603050405020304" charset="0"/>
      </a:defRPr>
    </a:lvl3pPr>
    <a:lvl4pPr marL="1371600" indent="0" algn="l" defTabSz="914400" eaLnBrk="1" fontAlgn="auto" latinLnBrk="0" hangingPunct="1">
      <a:defRPr sz="1800" kern="1200">
        <a:solidFill>
          <a:schemeClr val="tx1"/>
        </a:solidFill>
        <a:latin typeface="Times New Roman" panose="02020603050405020304" charset="0"/>
        <a:ea typeface="宋体" panose="02010600030101010101" pitchFamily="2" charset="-122"/>
        <a:cs typeface="Times New Roman" panose="02020603050405020304" charset="0"/>
      </a:defRPr>
    </a:lvl4pPr>
    <a:lvl5pPr marL="1828800" indent="0" algn="l" defTabSz="914400" eaLnBrk="1" fontAlgn="auto" latinLnBrk="0" hangingPunct="1">
      <a:defRPr sz="1800" kern="1200">
        <a:solidFill>
          <a:schemeClr val="tx1"/>
        </a:solidFill>
        <a:latin typeface="Times New Roman" panose="02020603050405020304" charset="0"/>
        <a:ea typeface="宋体" panose="02010600030101010101" pitchFamily="2" charset="-122"/>
        <a:cs typeface="Times New Roman" panose="02020603050405020304" charset="0"/>
      </a:defRPr>
    </a:lvl5pPr>
    <a:lvl6pPr marL="2286000" indent="0" algn="l" defTabSz="914400" eaLnBrk="1" fontAlgn="auto" latinLnBrk="0" hangingPunct="1">
      <a:defRPr sz="1800" kern="1200">
        <a:solidFill>
          <a:schemeClr val="tx1"/>
        </a:solidFill>
        <a:latin typeface="Times New Roman" panose="02020603050405020304" charset="0"/>
        <a:ea typeface="宋体" panose="02010600030101010101" pitchFamily="2" charset="-122"/>
        <a:cs typeface="Times New Roman" panose="02020603050405020304" charset="0"/>
      </a:defRPr>
    </a:lvl6pPr>
    <a:lvl7pPr marL="2743200" indent="0" algn="l" defTabSz="914400" eaLnBrk="1" fontAlgn="auto" latinLnBrk="0" hangingPunct="1">
      <a:defRPr sz="1800" kern="1200">
        <a:solidFill>
          <a:schemeClr val="tx1"/>
        </a:solidFill>
        <a:latin typeface="Times New Roman" panose="02020603050405020304" charset="0"/>
        <a:ea typeface="宋体" panose="02010600030101010101" pitchFamily="2" charset="-122"/>
        <a:cs typeface="Times New Roman" panose="02020603050405020304" charset="0"/>
      </a:defRPr>
    </a:lvl7pPr>
    <a:lvl8pPr marL="3200400" indent="0" algn="l" defTabSz="914400" eaLnBrk="1" fontAlgn="auto" latinLnBrk="0" hangingPunct="1">
      <a:defRPr sz="1800" kern="1200">
        <a:solidFill>
          <a:schemeClr val="tx1"/>
        </a:solidFill>
        <a:latin typeface="Times New Roman" panose="02020603050405020304" charset="0"/>
        <a:ea typeface="宋体" panose="02010600030101010101" pitchFamily="2" charset="-122"/>
        <a:cs typeface="Times New Roman" panose="02020603050405020304" charset="0"/>
      </a:defRPr>
    </a:lvl8pPr>
    <a:lvl9pPr marL="3200400" indent="0" algn="l" defTabSz="914400" eaLnBrk="1" fontAlgn="auto" latinLnBrk="0" hangingPunct="1">
      <a:defRPr sz="1800" kern="1200">
        <a:solidFill>
          <a:schemeClr val="tx1"/>
        </a:solidFill>
        <a:latin typeface="Times New Roman" panose="02020603050405020304" charset="0"/>
        <a:ea typeface="宋体" panose="02010600030101010101" pitchFamily="2" charset="-122"/>
        <a:cs typeface="Times New Roman" panose="02020603050405020304" charset="0"/>
      </a:defRPr>
    </a:lvl9pPr>
  </p:defaultTextStyle>
  <p:extLst>
    <p:ext uri="{EFAFB233-063F-42B5-8137-9DF3F51BA10A}">
      <p15:sldGuideLst xmlns:p15="http://schemas.microsoft.com/office/powerpoint/2012/main">
        <p15:guide id="1" orient="horz" pos="437"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D3D5"/>
    <a:srgbClr val="E9E7E8"/>
    <a:srgbClr val="838083"/>
    <a:srgbClr val="EB6363"/>
    <a:srgbClr val="F4C720"/>
    <a:srgbClr val="F4C4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9500"/>
  </p:normalViewPr>
  <p:slideViewPr>
    <p:cSldViewPr snapToGrid="0">
      <p:cViewPr varScale="1">
        <p:scale>
          <a:sx n="82" d="100"/>
          <a:sy n="82" d="100"/>
        </p:scale>
        <p:origin x="720" y="62"/>
      </p:cViewPr>
      <p:guideLst>
        <p:guide orient="horz" pos="437"/>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57" d="100"/>
          <a:sy n="57" d="100"/>
        </p:scale>
        <p:origin x="0" y="0"/>
      </p:cViewPr>
      <p:guideLst/>
    </p:cSldViewPr>
  </p:notes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 name="页眉占位符"/>
          <p:cNvSpPr>
            <a:spLocks noGrp="1"/>
          </p:cNvSpPr>
          <p:nvPr>
            <p:ph type="hdr"/>
          </p:nvPr>
        </p:nvSpPr>
        <p:spPr>
          <a:xfrm>
            <a:off x="0" y="0"/>
            <a:ext cx="2971800" cy="458788"/>
          </a:xfrm>
          <a:prstGeom prst="rect">
            <a:avLst/>
          </a:prstGeom>
          <a:noFill/>
          <a:ln w="9525" cap="flat" cmpd="sng">
            <a:noFill/>
            <a:prstDash val="solid"/>
            <a:miter/>
          </a:ln>
        </p:spPr>
        <p:txBody>
          <a:bodyPr vert="horz" wrap="square" lIns="91440" tIns="45720" rIns="91440" bIns="45720" anchor="t" anchorCtr="0">
            <a:noAutofit/>
          </a:bodyPr>
          <a:lstStyle>
            <a:lvl1pPr marL="0" indent="0" algn="l" defTabSz="914400" eaLnBrk="1" fontAlgn="base" latinLnBrk="0" hangingPunct="0">
              <a:buNone/>
              <a:defRPr sz="1200">
                <a:latin typeface="等线" panose="02010600030101010101" charset="-122"/>
                <a:ea typeface="等线" panose="02010600030101010101" charset="-122"/>
                <a:cs typeface="等线" panose="02010600030101010101" charset="-122"/>
              </a:defRPr>
            </a:lvl1pPr>
          </a:lstStyle>
          <a:p>
            <a:pPr marL="0" indent="0"/>
            <a:endParaRPr lang="zh-CN" altLang="en-US" sz="1200">
              <a:latin typeface="等线" panose="02010600030101010101" charset="-122"/>
              <a:ea typeface="等线" panose="02010600030101010101" charset="-122"/>
              <a:cs typeface="等线" panose="02010600030101010101" charset="-122"/>
            </a:endParaRPr>
          </a:p>
        </p:txBody>
      </p:sp>
      <p:sp>
        <p:nvSpPr>
          <p:cNvPr id="66" name="日期占位符"/>
          <p:cNvSpPr>
            <a:spLocks noGrp="1"/>
          </p:cNvSpPr>
          <p:nvPr>
            <p:ph type="dt" idx="1"/>
          </p:nvPr>
        </p:nvSpPr>
        <p:spPr>
          <a:xfrm>
            <a:off x="3884613" y="0"/>
            <a:ext cx="2971800" cy="458788"/>
          </a:xfrm>
          <a:prstGeom prst="rect">
            <a:avLst/>
          </a:prstGeom>
          <a:noFill/>
          <a:ln w="9525" cap="flat" cmpd="sng">
            <a:noFill/>
            <a:prstDash val="solid"/>
            <a:miter/>
          </a:ln>
        </p:spPr>
        <p:txBody>
          <a:bodyPr vert="horz" wrap="square" lIns="91440" tIns="45720" rIns="91440" bIns="45720" anchor="t" anchorCtr="0">
            <a:noAutofit/>
          </a:bodyPr>
          <a:lstStyle>
            <a:lvl1pPr marL="0" indent="0" algn="r" defTabSz="914400" eaLnBrk="1" fontAlgn="base" latinLnBrk="0" hangingPunct="0">
              <a:buNone/>
              <a:defRPr sz="1200">
                <a:latin typeface="等线" panose="02010600030101010101" charset="-122"/>
                <a:ea typeface="等线" panose="02010600030101010101" charset="-122"/>
                <a:cs typeface="等线" panose="02010600030101010101" charset="-122"/>
              </a:defRPr>
            </a:lvl1pPr>
          </a:lstStyle>
          <a:p>
            <a:pPr marL="0" indent="0"/>
            <a:fld id="{CAD2D6BD-DE1B-4B5F-8B41-2702339687B9}" type="datetime5">
              <a:rPr lang="zh-CN" altLang="en-US" sz="1200">
                <a:latin typeface="等线" panose="02010600030101010101" charset="-122"/>
                <a:ea typeface="等线" panose="02010600030101010101" charset="-122"/>
                <a:cs typeface="等线" panose="02010600030101010101" charset="-122"/>
              </a:rPr>
              <a:t>2025/11/18</a:t>
            </a:fld>
            <a:endParaRPr lang="zh-CN" altLang="en-US" sz="1200">
              <a:latin typeface="等线" panose="02010600030101010101" charset="-122"/>
              <a:ea typeface="等线" panose="02010600030101010101" charset="-122"/>
              <a:cs typeface="等线" panose="02010600030101010101" charset="-122"/>
            </a:endParaRPr>
          </a:p>
        </p:txBody>
      </p:sp>
      <p:sp>
        <p:nvSpPr>
          <p:cNvPr id="67" name="文本"/>
          <p:cNvSpPr>
            <a:spLocks noGrp="1" noRot="1" noChangeAspect="1"/>
          </p:cNvSpPr>
          <p:nvPr>
            <p:ph type="sldImg" idx="2"/>
          </p:nvPr>
        </p:nvSpPr>
        <p:spPr>
          <a:xfrm>
            <a:off x="685800" y="1143000"/>
            <a:ext cx="5486400" cy="3086100"/>
          </a:xfrm>
          <a:prstGeom prst="rect">
            <a:avLst/>
          </a:prstGeom>
          <a:noFill/>
          <a:ln w="12700" cap="flat" cmpd="sng">
            <a:solidFill>
              <a:srgbClr val="000000"/>
            </a:solidFill>
            <a:prstDash val="solid"/>
            <a:round/>
          </a:ln>
        </p:spPr>
      </p:sp>
      <p:sp>
        <p:nvSpPr>
          <p:cNvPr id="68" name="文本占位符 67"/>
          <p:cNvSpPr>
            <a:spLocks noGrp="1"/>
          </p:cNvSpPr>
          <p:nvPr>
            <p:ph type="body" idx="3"/>
          </p:nvPr>
        </p:nvSpPr>
        <p:spPr>
          <a:xfrm>
            <a:off x="685800" y="4400550"/>
            <a:ext cx="5486400" cy="3600450"/>
          </a:xfrm>
          <a:prstGeom prst="rect">
            <a:avLst/>
          </a:prstGeom>
          <a:noFill/>
          <a:ln w="9525" cap="flat" cmpd="sng">
            <a:noFill/>
            <a:prstDash val="solid"/>
            <a:miter/>
          </a:ln>
        </p:spPr>
        <p:txBody>
          <a:bodyPr vert="horz" wrap="square" lIns="91440" tIns="45720" rIns="91440" bIns="45720" anchor="t" anchorCtr="0">
            <a:noAutofit/>
          </a:bodyPr>
          <a:lstStyle/>
          <a:p>
            <a:pPr marL="0" indent="0"/>
            <a:r>
              <a:rPr lang="zh-CN" altLang="en-US"/>
              <a:t>单击此处编辑母版文本样式</a:t>
            </a:r>
            <a:endParaRPr lang="en-US" altLang="zh-CN"/>
          </a:p>
          <a:p>
            <a:pPr marL="457200" lvl="1" indent="0"/>
            <a:r>
              <a:rPr lang="zh-CN" altLang="en-US"/>
              <a:t>二级</a:t>
            </a:r>
            <a:endParaRPr lang="en-US" altLang="zh-CN"/>
          </a:p>
          <a:p>
            <a:pPr marL="914400" lvl="2" indent="0"/>
            <a:r>
              <a:rPr lang="zh-CN" altLang="en-US"/>
              <a:t>三级</a:t>
            </a:r>
            <a:endParaRPr lang="en-US" altLang="zh-CN"/>
          </a:p>
          <a:p>
            <a:pPr marL="1371600" lvl="3" indent="0"/>
            <a:r>
              <a:rPr lang="zh-CN" altLang="en-US"/>
              <a:t>四级</a:t>
            </a:r>
            <a:endParaRPr lang="en-US" altLang="zh-CN"/>
          </a:p>
          <a:p>
            <a:pPr marL="1828800" lvl="4" indent="0"/>
            <a:r>
              <a:rPr lang="zh-CN" altLang="en-US"/>
              <a:t>五级</a:t>
            </a:r>
          </a:p>
        </p:txBody>
      </p:sp>
      <p:sp>
        <p:nvSpPr>
          <p:cNvPr id="69" name="页脚占位符"/>
          <p:cNvSpPr>
            <a:spLocks noGrp="1"/>
          </p:cNvSpPr>
          <p:nvPr>
            <p:ph type="ftr" idx="4"/>
          </p:nvPr>
        </p:nvSpPr>
        <p:spPr>
          <a:xfrm>
            <a:off x="0" y="8685213"/>
            <a:ext cx="2971800" cy="458785"/>
          </a:xfrm>
          <a:prstGeom prst="rect">
            <a:avLst/>
          </a:prstGeom>
          <a:noFill/>
          <a:ln w="9525" cap="flat" cmpd="sng">
            <a:noFill/>
            <a:prstDash val="solid"/>
            <a:miter/>
          </a:ln>
        </p:spPr>
        <p:txBody>
          <a:bodyPr vert="horz" wrap="square" lIns="91440" tIns="45720" rIns="91440" bIns="45720" anchor="b" anchorCtr="0">
            <a:noAutofit/>
          </a:bodyPr>
          <a:lstStyle>
            <a:lvl1pPr marL="0" indent="0" algn="l" defTabSz="914400" eaLnBrk="1" fontAlgn="base" latinLnBrk="0" hangingPunct="0">
              <a:buNone/>
              <a:defRPr sz="1200">
                <a:latin typeface="等线" panose="02010600030101010101" charset="-122"/>
                <a:ea typeface="等线" panose="02010600030101010101" charset="-122"/>
                <a:cs typeface="等线" panose="02010600030101010101" charset="-122"/>
              </a:defRPr>
            </a:lvl1pPr>
          </a:lstStyle>
          <a:p>
            <a:pPr marL="0" indent="0"/>
            <a:endParaRPr lang="zh-CN" altLang="en-US" sz="1200">
              <a:latin typeface="等线" panose="02010600030101010101" charset="-122"/>
              <a:ea typeface="等线" panose="02010600030101010101" charset="-122"/>
              <a:cs typeface="等线" panose="02010600030101010101" charset="-122"/>
            </a:endParaRPr>
          </a:p>
        </p:txBody>
      </p:sp>
      <p:sp>
        <p:nvSpPr>
          <p:cNvPr id="70" name="编号占位符"/>
          <p:cNvSpPr>
            <a:spLocks noGrp="1"/>
          </p:cNvSpPr>
          <p:nvPr>
            <p:ph type="sldNum" idx="5"/>
          </p:nvPr>
        </p:nvSpPr>
        <p:spPr>
          <a:xfrm>
            <a:off x="3884613" y="8685213"/>
            <a:ext cx="2971800" cy="458785"/>
          </a:xfrm>
          <a:prstGeom prst="rect">
            <a:avLst/>
          </a:prstGeom>
          <a:noFill/>
          <a:ln w="9525" cap="flat" cmpd="sng">
            <a:noFill/>
            <a:prstDash val="solid"/>
            <a:miter/>
          </a:ln>
        </p:spPr>
        <p:txBody>
          <a:bodyPr vert="horz" wrap="square" lIns="91440" tIns="45720" rIns="91440" bIns="45720" anchor="b" anchorCtr="0">
            <a:noAutofit/>
          </a:bodyPr>
          <a:lstStyle>
            <a:lvl1pPr marL="0" indent="0" algn="r" defTabSz="914400" eaLnBrk="1" fontAlgn="base" latinLnBrk="0" hangingPunct="0">
              <a:buNone/>
              <a:defRPr sz="1200">
                <a:latin typeface="等线" panose="02010600030101010101" charset="-122"/>
                <a:ea typeface="等线" panose="02010600030101010101" charset="-122"/>
                <a:cs typeface="等线" panose="02010600030101010101" charset="-122"/>
              </a:defRPr>
            </a:lvl1pPr>
          </a:lstStyle>
          <a:p>
            <a:pPr marL="0" indent="0"/>
            <a:fld id="{CAD2D6BD-DE1B-4B5F-8B41-2702339687B9}" type="slidenum">
              <a:rPr lang="zh-CN" altLang="en-US" sz="1200">
                <a:latin typeface="等线" panose="02010600030101010101" charset="-122"/>
                <a:ea typeface="等线" panose="02010600030101010101" charset="-122"/>
                <a:cs typeface="等线" panose="02010600030101010101" charset="-122"/>
              </a:rPr>
              <a:t>‹#›</a:t>
            </a:fld>
            <a:endParaRPr lang="zh-CN" altLang="en-US" sz="1200">
              <a:latin typeface="等线" panose="02010600030101010101" charset="-122"/>
              <a:ea typeface="等线" panose="02010600030101010101" charset="-122"/>
              <a:cs typeface="等线" panose="02010600030101010101" charset="-122"/>
            </a:endParaRPr>
          </a:p>
        </p:txBody>
      </p:sp>
    </p:spTree>
  </p:cSld>
  <p:clrMap bg1="lt1" tx1="dk1" bg2="lt2" tx2="dk2" accent1="accent1" accent2="accent2" accent3="accent3" accent4="accent4" accent5="accent5" accent6="accent6" hlink="hlink" folHlink="folHlink"/>
  <p:hf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anose="02010600030101010101" charset="-122"/>
        <a:ea typeface="等线" panose="02010600030101010101" charset="-122"/>
        <a:cs typeface="等线" panose="02010600030101010101" charset="-122"/>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anose="02010600030101010101" charset="-122"/>
        <a:ea typeface="等线" panose="02010600030101010101" charset="-122"/>
        <a:cs typeface="等线" panose="02010600030101010101" charset="-122"/>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anose="02010600030101010101" charset="-122"/>
        <a:ea typeface="等线" panose="02010600030101010101" charset="-122"/>
        <a:cs typeface="等线" panose="02010600030101010101" charset="-122"/>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anose="02010600030101010101" charset="-122"/>
        <a:ea typeface="等线" panose="02010600030101010101" charset="-122"/>
        <a:cs typeface="等线" panose="02010600030101010101" charset="-122"/>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anose="02010600030101010101" charset="-122"/>
        <a:ea typeface="等线" panose="02010600030101010101" charset="-122"/>
        <a:cs typeface="等线" panose="02010600030101010101" charset="-122"/>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anose="02010600030101010101" charset="-122"/>
        <a:ea typeface="等线" panose="02010600030101010101" charset="-122"/>
        <a:cs typeface="等线" panose="02010600030101010101" charset="-122"/>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anose="02010600030101010101" charset="-122"/>
        <a:ea typeface="等线" panose="02010600030101010101" charset="-122"/>
        <a:cs typeface="等线" panose="02010600030101010101" charset="-122"/>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anose="02010600030101010101" charset="-122"/>
        <a:ea typeface="等线" panose="02010600030101010101" charset="-122"/>
        <a:cs typeface="等线" panose="02010600030101010101" charset="-122"/>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anose="02010600030101010101" charset="-122"/>
        <a:ea typeface="等线" panose="02010600030101010101" charset="-122"/>
        <a:cs typeface="等线" panose="02010600030101010101"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5" name="幻灯片图像占位符 84"/>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ln>
        </p:spPr>
      </p:sp>
      <p:sp>
        <p:nvSpPr>
          <p:cNvPr id="86" name="文本占位符 85"/>
          <p:cNvSpPr>
            <a:spLocks noGrp="1"/>
          </p:cNvSpPr>
          <p:nvPr>
            <p:ph type="body" idx="1"/>
          </p:nvPr>
        </p:nvSpPr>
        <p:spPr>
          <a:xfrm>
            <a:off x="685800" y="4400550"/>
            <a:ext cx="5486400" cy="3600450"/>
          </a:xfrm>
          <a:prstGeom prst="rect">
            <a:avLst/>
          </a:prstGeom>
          <a:noFill/>
          <a:ln w="9525" cap="flat" cmpd="sng">
            <a:noFill/>
            <a:prstDash val="solid"/>
            <a:miter/>
          </a:ln>
        </p:spPr>
        <p:txBody>
          <a:bodyPr vert="horz" wrap="square" lIns="91440" tIns="45720" rIns="91440" bIns="45720" anchor="t" anchorCtr="0">
            <a:noAutofit/>
          </a:bodyPr>
          <a:lstStyle/>
          <a:p>
            <a:endParaRPr lang="zh-CN" altLang="en-US"/>
          </a:p>
        </p:txBody>
      </p:sp>
      <p:sp>
        <p:nvSpPr>
          <p:cNvPr id="87" name="编号占位符"/>
          <p:cNvSpPr>
            <a:spLocks noGrp="1"/>
          </p:cNvSpPr>
          <p:nvPr>
            <p:ph type="sldNum" idx="5"/>
          </p:nvPr>
        </p:nvSpPr>
        <p:spPr>
          <a:xfrm>
            <a:off x="3884613" y="8685213"/>
            <a:ext cx="2971800" cy="458785"/>
          </a:xfrm>
          <a:prstGeom prst="rect">
            <a:avLst/>
          </a:prstGeom>
          <a:noFill/>
          <a:ln w="9525" cap="flat" cmpd="sng">
            <a:noFill/>
            <a:prstDash val="solid"/>
            <a:miter/>
          </a:ln>
        </p:spPr>
        <p:txBody>
          <a:bodyPr vert="horz" wrap="square" lIns="91440" tIns="45720" rIns="91440" bIns="45720" anchor="b" anchorCtr="0">
            <a:noAutofit/>
          </a:bodyPr>
          <a:lstStyle/>
          <a:p>
            <a:pPr marL="0" indent="0"/>
            <a:fld id="{CAD2D6BD-DE1B-4B5F-8B41-2702339687B9}" type="slidenum">
              <a:rPr lang="en-US" altLang="zh-CN">
                <a:latin typeface="等线" panose="02010600030101010101" charset="-122"/>
                <a:ea typeface="等线" panose="02010600030101010101" charset="-122"/>
                <a:cs typeface="等线" panose="02010600030101010101" charset="-122"/>
              </a:rPr>
              <a:t>1</a:t>
            </a:fld>
            <a:endParaRPr lang="zh-CN" altLang="en-US">
              <a:latin typeface="等线" panose="02010600030101010101" charset="-122"/>
              <a:ea typeface="等线" panose="02010600030101010101" charset="-122"/>
              <a:cs typeface="等线" panose="02010600030101010101"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 name="幻灯片图像占位符 92"/>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ln>
        </p:spPr>
      </p:sp>
      <p:sp>
        <p:nvSpPr>
          <p:cNvPr id="94" name="文本占位符 93"/>
          <p:cNvSpPr>
            <a:spLocks noGrp="1"/>
          </p:cNvSpPr>
          <p:nvPr>
            <p:ph type="body" idx="1"/>
          </p:nvPr>
        </p:nvSpPr>
        <p:spPr>
          <a:xfrm>
            <a:off x="685800" y="4400550"/>
            <a:ext cx="5486400" cy="3600450"/>
          </a:xfrm>
          <a:prstGeom prst="rect">
            <a:avLst/>
          </a:prstGeom>
          <a:noFill/>
          <a:ln w="9525" cap="flat" cmpd="sng">
            <a:noFill/>
            <a:prstDash val="solid"/>
            <a:miter/>
          </a:ln>
        </p:spPr>
        <p:txBody>
          <a:bodyPr vert="horz" wrap="square" lIns="91440" tIns="45720" rIns="91440" bIns="45720" anchor="t" anchorCtr="0">
            <a:noAutofit/>
          </a:bodyPr>
          <a:lstStyle/>
          <a:p>
            <a:endParaRPr lang="zh-CN" altLang="en-US"/>
          </a:p>
        </p:txBody>
      </p:sp>
      <p:sp>
        <p:nvSpPr>
          <p:cNvPr id="95" name="编号占位符"/>
          <p:cNvSpPr>
            <a:spLocks noGrp="1"/>
          </p:cNvSpPr>
          <p:nvPr>
            <p:ph type="sldNum" idx="5"/>
          </p:nvPr>
        </p:nvSpPr>
        <p:spPr>
          <a:xfrm>
            <a:off x="3884613" y="8685213"/>
            <a:ext cx="2971800" cy="458785"/>
          </a:xfrm>
          <a:prstGeom prst="rect">
            <a:avLst/>
          </a:prstGeom>
          <a:noFill/>
          <a:ln w="9525" cap="flat" cmpd="sng">
            <a:noFill/>
            <a:prstDash val="solid"/>
            <a:miter/>
          </a:ln>
        </p:spPr>
        <p:txBody>
          <a:bodyPr vert="horz" wrap="square" lIns="91440" tIns="45720" rIns="91440" bIns="45720" anchor="b" anchorCtr="0">
            <a:noAutofit/>
          </a:bodyPr>
          <a:lstStyle/>
          <a:p>
            <a:pPr marL="0" indent="0"/>
            <a:fld id="{CAD2D6BD-DE1B-4B5F-8B41-2702339687B9}" type="slidenum">
              <a:rPr lang="en-US" altLang="zh-CN">
                <a:latin typeface="等线" panose="02010600030101010101" charset="-122"/>
                <a:ea typeface="等线" panose="02010600030101010101" charset="-122"/>
                <a:cs typeface="等线" panose="02010600030101010101" charset="-122"/>
              </a:rPr>
              <a:t>2</a:t>
            </a:fld>
            <a:endParaRPr lang="zh-CN" altLang="en-US">
              <a:latin typeface="等线" panose="02010600030101010101" charset="-122"/>
              <a:ea typeface="等线" panose="02010600030101010101" charset="-122"/>
              <a:cs typeface="等线" panose="02010600030101010101"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 name="幻灯片图像占位符 10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ln>
        </p:spPr>
      </p:sp>
      <p:sp>
        <p:nvSpPr>
          <p:cNvPr id="105" name="文本占位符 104"/>
          <p:cNvSpPr>
            <a:spLocks noGrp="1"/>
          </p:cNvSpPr>
          <p:nvPr>
            <p:ph type="body" idx="1"/>
          </p:nvPr>
        </p:nvSpPr>
        <p:spPr>
          <a:xfrm>
            <a:off x="685800" y="4400550"/>
            <a:ext cx="5486400" cy="3600450"/>
          </a:xfrm>
          <a:prstGeom prst="rect">
            <a:avLst/>
          </a:prstGeom>
          <a:noFill/>
          <a:ln w="9525" cap="flat" cmpd="sng">
            <a:noFill/>
            <a:prstDash val="solid"/>
            <a:miter/>
          </a:ln>
        </p:spPr>
        <p:txBody>
          <a:bodyPr vert="horz" wrap="square" lIns="91440" tIns="45720" rIns="91440" bIns="45720" anchor="t" anchorCtr="0">
            <a:noAutofit/>
          </a:bodyPr>
          <a:lstStyle/>
          <a:p>
            <a:endParaRPr lang="zh-CN" altLang="en-US"/>
          </a:p>
        </p:txBody>
      </p:sp>
      <p:sp>
        <p:nvSpPr>
          <p:cNvPr id="106" name="编号占位符"/>
          <p:cNvSpPr>
            <a:spLocks noGrp="1"/>
          </p:cNvSpPr>
          <p:nvPr>
            <p:ph type="sldNum" idx="5"/>
          </p:nvPr>
        </p:nvSpPr>
        <p:spPr>
          <a:xfrm>
            <a:off x="3884613" y="8685213"/>
            <a:ext cx="2971800" cy="458785"/>
          </a:xfrm>
          <a:prstGeom prst="rect">
            <a:avLst/>
          </a:prstGeom>
          <a:noFill/>
          <a:ln w="9525" cap="flat" cmpd="sng">
            <a:noFill/>
            <a:prstDash val="solid"/>
            <a:miter/>
          </a:ln>
        </p:spPr>
        <p:txBody>
          <a:bodyPr vert="horz" wrap="square" lIns="91440" tIns="45720" rIns="91440" bIns="45720" anchor="b" anchorCtr="0">
            <a:noAutofit/>
          </a:bodyPr>
          <a:lstStyle/>
          <a:p>
            <a:pPr marL="0" indent="0"/>
            <a:fld id="{CAD2D6BD-DE1B-4B5F-8B41-2702339687B9}" type="slidenum">
              <a:rPr lang="en-US" altLang="zh-CN">
                <a:latin typeface="等线" panose="02010600030101010101" charset="-122"/>
                <a:ea typeface="等线" panose="02010600030101010101" charset="-122"/>
                <a:cs typeface="等线" panose="02010600030101010101" charset="-122"/>
              </a:rPr>
              <a:t>3</a:t>
            </a:fld>
            <a:endParaRPr lang="zh-CN" altLang="en-US">
              <a:latin typeface="等线" panose="02010600030101010101" charset="-122"/>
              <a:ea typeface="等线" panose="02010600030101010101" charset="-122"/>
              <a:cs typeface="等线" panose="02010600030101010101"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6" name="幻灯片图像占位符 145"/>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ln>
        </p:spPr>
      </p:sp>
      <p:sp>
        <p:nvSpPr>
          <p:cNvPr id="147" name="文本占位符 146"/>
          <p:cNvSpPr>
            <a:spLocks noGrp="1"/>
          </p:cNvSpPr>
          <p:nvPr>
            <p:ph type="body" idx="1"/>
          </p:nvPr>
        </p:nvSpPr>
        <p:spPr>
          <a:xfrm>
            <a:off x="685800" y="4400550"/>
            <a:ext cx="5486400" cy="3600450"/>
          </a:xfrm>
          <a:prstGeom prst="rect">
            <a:avLst/>
          </a:prstGeom>
          <a:noFill/>
          <a:ln w="9525" cap="flat" cmpd="sng">
            <a:noFill/>
            <a:prstDash val="solid"/>
            <a:miter/>
          </a:ln>
        </p:spPr>
        <p:txBody>
          <a:bodyPr vert="horz" wrap="square" lIns="91440" tIns="45720" rIns="91440" bIns="45720" anchor="t" anchorCtr="0">
            <a:noAutofit/>
          </a:bodyPr>
          <a:lstStyle/>
          <a:p>
            <a:endParaRPr lang="zh-CN" altLang="en-US"/>
          </a:p>
        </p:txBody>
      </p:sp>
      <p:sp>
        <p:nvSpPr>
          <p:cNvPr id="148" name="编号占位符"/>
          <p:cNvSpPr>
            <a:spLocks noGrp="1"/>
          </p:cNvSpPr>
          <p:nvPr>
            <p:ph type="sldNum" idx="5"/>
          </p:nvPr>
        </p:nvSpPr>
        <p:spPr>
          <a:xfrm>
            <a:off x="3884613" y="8685213"/>
            <a:ext cx="2971800" cy="458785"/>
          </a:xfrm>
          <a:prstGeom prst="rect">
            <a:avLst/>
          </a:prstGeom>
          <a:noFill/>
          <a:ln w="9525" cap="flat" cmpd="sng">
            <a:noFill/>
            <a:prstDash val="solid"/>
            <a:miter/>
          </a:ln>
        </p:spPr>
        <p:txBody>
          <a:bodyPr vert="horz" wrap="square" lIns="91440" tIns="45720" rIns="91440" bIns="45720" anchor="b" anchorCtr="0">
            <a:noAutofit/>
          </a:bodyPr>
          <a:lstStyle/>
          <a:p>
            <a:pPr marL="0" indent="0"/>
            <a:fld id="{CAD2D6BD-DE1B-4B5F-8B41-2702339687B9}" type="slidenum">
              <a:rPr lang="en-US" altLang="zh-CN">
                <a:latin typeface="等线" panose="02010600030101010101" charset="-122"/>
                <a:ea typeface="等线" panose="02010600030101010101" charset="-122"/>
                <a:cs typeface="等线" panose="02010600030101010101" charset="-122"/>
              </a:rPr>
              <a:t>4</a:t>
            </a:fld>
            <a:endParaRPr lang="zh-CN" altLang="en-US">
              <a:latin typeface="等线" panose="02010600030101010101" charset="-122"/>
              <a:ea typeface="等线" panose="02010600030101010101" charset="-122"/>
              <a:cs typeface="等线" panose="02010600030101010101"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5" name="幻灯片图像占位符 124"/>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ln>
        </p:spPr>
      </p:sp>
      <p:sp>
        <p:nvSpPr>
          <p:cNvPr id="126" name="文本占位符 125"/>
          <p:cNvSpPr>
            <a:spLocks noGrp="1"/>
          </p:cNvSpPr>
          <p:nvPr>
            <p:ph type="body" idx="1"/>
          </p:nvPr>
        </p:nvSpPr>
        <p:spPr>
          <a:xfrm>
            <a:off x="685800" y="4400550"/>
            <a:ext cx="5486400" cy="3600450"/>
          </a:xfrm>
          <a:prstGeom prst="rect">
            <a:avLst/>
          </a:prstGeom>
          <a:noFill/>
          <a:ln w="9525" cap="flat" cmpd="sng">
            <a:noFill/>
            <a:prstDash val="solid"/>
            <a:miter/>
          </a:ln>
        </p:spPr>
        <p:txBody>
          <a:bodyPr vert="horz" wrap="square" lIns="91440" tIns="45720" rIns="91440" bIns="45720" anchor="t" anchorCtr="0">
            <a:noAutofit/>
          </a:bodyPr>
          <a:lstStyle/>
          <a:p>
            <a:endParaRPr lang="zh-CN" altLang="en-US"/>
          </a:p>
        </p:txBody>
      </p:sp>
      <p:sp>
        <p:nvSpPr>
          <p:cNvPr id="127" name="编号占位符"/>
          <p:cNvSpPr>
            <a:spLocks noGrp="1"/>
          </p:cNvSpPr>
          <p:nvPr>
            <p:ph type="sldNum" idx="5"/>
          </p:nvPr>
        </p:nvSpPr>
        <p:spPr>
          <a:xfrm>
            <a:off x="3884613" y="8685213"/>
            <a:ext cx="2971800" cy="458785"/>
          </a:xfrm>
          <a:prstGeom prst="rect">
            <a:avLst/>
          </a:prstGeom>
          <a:noFill/>
          <a:ln w="9525" cap="flat" cmpd="sng">
            <a:noFill/>
            <a:prstDash val="solid"/>
            <a:miter/>
          </a:ln>
        </p:spPr>
        <p:txBody>
          <a:bodyPr vert="horz" wrap="square" lIns="91440" tIns="45720" rIns="91440" bIns="45720" anchor="b" anchorCtr="0">
            <a:noAutofit/>
          </a:bodyPr>
          <a:lstStyle/>
          <a:p>
            <a:pPr marL="0" indent="0"/>
            <a:fld id="{CAD2D6BD-DE1B-4B5F-8B41-2702339687B9}" type="slidenum">
              <a:rPr lang="en-US" altLang="zh-CN">
                <a:latin typeface="等线" panose="02010600030101010101" charset="-122"/>
                <a:ea typeface="等线" panose="02010600030101010101" charset="-122"/>
                <a:cs typeface="等线" panose="02010600030101010101" charset="-122"/>
              </a:rPr>
              <a:t>5</a:t>
            </a:fld>
            <a:endParaRPr lang="zh-CN" altLang="en-US">
              <a:latin typeface="等线" panose="02010600030101010101" charset="-122"/>
              <a:ea typeface="等线" panose="02010600030101010101" charset="-122"/>
              <a:cs typeface="等线" panose="02010600030101010101"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5" name="幻灯片图像占位符 164"/>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ln>
        </p:spPr>
      </p:sp>
      <p:sp>
        <p:nvSpPr>
          <p:cNvPr id="166" name="文本占位符 165"/>
          <p:cNvSpPr>
            <a:spLocks noGrp="1"/>
          </p:cNvSpPr>
          <p:nvPr>
            <p:ph type="body" idx="1"/>
          </p:nvPr>
        </p:nvSpPr>
        <p:spPr>
          <a:xfrm>
            <a:off x="685800" y="4400550"/>
            <a:ext cx="5486400" cy="3600450"/>
          </a:xfrm>
          <a:prstGeom prst="rect">
            <a:avLst/>
          </a:prstGeom>
          <a:noFill/>
          <a:ln w="9525" cap="flat" cmpd="sng">
            <a:noFill/>
            <a:prstDash val="solid"/>
            <a:miter/>
          </a:ln>
        </p:spPr>
        <p:txBody>
          <a:bodyPr vert="horz" wrap="square" lIns="91440" tIns="45720" rIns="91440" bIns="45720" anchor="t" anchorCtr="0">
            <a:noAutofit/>
          </a:bodyPr>
          <a:lstStyle/>
          <a:p>
            <a:endParaRPr lang="zh-CN" altLang="en-US"/>
          </a:p>
        </p:txBody>
      </p:sp>
      <p:sp>
        <p:nvSpPr>
          <p:cNvPr id="167" name="编号占位符"/>
          <p:cNvSpPr>
            <a:spLocks noGrp="1"/>
          </p:cNvSpPr>
          <p:nvPr>
            <p:ph type="sldNum" idx="5"/>
          </p:nvPr>
        </p:nvSpPr>
        <p:spPr>
          <a:xfrm>
            <a:off x="3884613" y="8685213"/>
            <a:ext cx="2971800" cy="458785"/>
          </a:xfrm>
          <a:prstGeom prst="rect">
            <a:avLst/>
          </a:prstGeom>
          <a:noFill/>
          <a:ln w="9525" cap="flat" cmpd="sng">
            <a:noFill/>
            <a:prstDash val="solid"/>
            <a:miter/>
          </a:ln>
        </p:spPr>
        <p:txBody>
          <a:bodyPr vert="horz" wrap="square" lIns="91440" tIns="45720" rIns="91440" bIns="45720" anchor="b" anchorCtr="0">
            <a:noAutofit/>
          </a:bodyPr>
          <a:lstStyle/>
          <a:p>
            <a:pPr marL="0" indent="0"/>
            <a:fld id="{CAD2D6BD-DE1B-4B5F-8B41-2702339687B9}" type="slidenum">
              <a:rPr lang="en-US" altLang="zh-CN">
                <a:latin typeface="等线" panose="02010600030101010101" charset="-122"/>
                <a:ea typeface="等线" panose="02010600030101010101" charset="-122"/>
                <a:cs typeface="等线" panose="02010600030101010101" charset="-122"/>
              </a:rPr>
              <a:t>6</a:t>
            </a:fld>
            <a:endParaRPr lang="zh-CN" altLang="en-US">
              <a:latin typeface="等线" panose="02010600030101010101" charset="-122"/>
              <a:ea typeface="等线" panose="02010600030101010101" charset="-122"/>
              <a:cs typeface="等线" panose="02010600030101010101"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标题"/>
          <p:cNvSpPr>
            <a:spLocks noGrp="1"/>
          </p:cNvSpPr>
          <p:nvPr>
            <p:ph type="ctrTitle"/>
          </p:nvPr>
        </p:nvSpPr>
        <p:spPr>
          <a:xfrm>
            <a:off x="1524000" y="1122363"/>
            <a:ext cx="9144000" cy="2387600"/>
          </a:xfrm>
          <a:prstGeom prst="rect">
            <a:avLst/>
          </a:prstGeom>
        </p:spPr>
        <p:txBody>
          <a:bodyPr anchor="b" anchorCtr="0">
            <a:noAutofit/>
          </a:bodyPr>
          <a:lstStyle>
            <a:lvl1pPr marL="0" indent="0" algn="ctr" defTabSz="914400" eaLnBrk="1" fontAlgn="auto" latinLnBrk="0" hangingPunct="1">
              <a:defRPr sz="6000"/>
            </a:lvl1pPr>
          </a:lstStyle>
          <a:p>
            <a:r>
              <a:rPr lang="zh-CN" altLang="en-US"/>
              <a:t>单击此处编辑母版标题样式</a:t>
            </a:r>
          </a:p>
        </p:txBody>
      </p:sp>
      <p:sp>
        <p:nvSpPr>
          <p:cNvPr id="8" name="文本"/>
          <p:cNvSpPr>
            <a:spLocks noGrp="1"/>
          </p:cNvSpPr>
          <p:nvPr>
            <p:ph type="subTitle" idx="1"/>
          </p:nvPr>
        </p:nvSpPr>
        <p:spPr>
          <a:xfrm>
            <a:off x="1524000" y="3602038"/>
            <a:ext cx="9144000" cy="1655762"/>
          </a:xfrm>
          <a:prstGeom prst="rect">
            <a:avLst/>
          </a:prstGeom>
        </p:spPr>
        <p:txBody>
          <a:bodyPr/>
          <a:lstStyle>
            <a:lvl1pPr marL="0" indent="0" algn="ctr" defTabSz="914400" eaLnBrk="1" fontAlgn="auto" latinLnBrk="0" hangingPunct="1">
              <a:buNone/>
              <a:defRPr sz="2400"/>
            </a:lvl1pPr>
            <a:lvl2pPr marL="457200" indent="0" algn="ctr" defTabSz="914400" eaLnBrk="1" fontAlgn="auto" latinLnBrk="0" hangingPunct="1">
              <a:buNone/>
              <a:defRPr sz="2000"/>
            </a:lvl2pPr>
            <a:lvl3pPr marL="914400" indent="0" algn="ctr" defTabSz="914400" eaLnBrk="1" fontAlgn="auto" latinLnBrk="0" hangingPunct="1">
              <a:buNone/>
              <a:defRPr sz="1800"/>
            </a:lvl3pPr>
            <a:lvl4pPr marL="1371600" indent="0" algn="ctr" defTabSz="914400" eaLnBrk="1" fontAlgn="auto" latinLnBrk="0" hangingPunct="1">
              <a:buNone/>
              <a:defRPr sz="1600"/>
            </a:lvl4pPr>
            <a:lvl5pPr marL="1828800" indent="0" algn="ctr" defTabSz="914400" eaLnBrk="1" fontAlgn="auto" latinLnBrk="0" hangingPunct="1">
              <a:buNone/>
              <a:defRPr sz="1600"/>
            </a:lvl5pPr>
            <a:lvl6pPr marL="2286000" indent="0" algn="ctr" defTabSz="914400" eaLnBrk="1" fontAlgn="auto" latinLnBrk="0" hangingPunct="1">
              <a:buNone/>
              <a:defRPr sz="1600"/>
            </a:lvl6pPr>
            <a:lvl7pPr marL="2743200" indent="0" algn="ctr" defTabSz="914400" eaLnBrk="1" fontAlgn="auto" latinLnBrk="0" hangingPunct="1">
              <a:buNone/>
              <a:defRPr sz="1600"/>
            </a:lvl7pPr>
            <a:lvl8pPr marL="3200400" indent="0" algn="ctr" defTabSz="914400" eaLnBrk="1" fontAlgn="auto" latinLnBrk="0" hangingPunct="1">
              <a:buNone/>
              <a:defRPr sz="1600"/>
            </a:lvl8pPr>
            <a:lvl9pPr marL="3200400" indent="0" algn="ctr" defTabSz="914400" eaLnBrk="1" fontAlgn="auto" latinLnBrk="0" hangingPunct="1">
              <a:buNone/>
              <a:defRPr sz="1600"/>
            </a:lvl9pPr>
          </a:lstStyle>
          <a:p>
            <a:pPr marL="0" indent="0"/>
            <a:r>
              <a:rPr lang="zh-CN" altLang="en-US"/>
              <a:t>单击此处编辑母版副标题样式</a:t>
            </a:r>
          </a:p>
        </p:txBody>
      </p:sp>
      <p:sp>
        <p:nvSpPr>
          <p:cNvPr id="9" name="日期占位符"/>
          <p:cNvSpPr>
            <a:spLocks noGrp="1"/>
          </p:cNvSpPr>
          <p:nvPr>
            <p:ph type="dt" idx="10"/>
          </p:nvPr>
        </p:nvSpPr>
        <p:spPr>
          <a:xfrm>
            <a:off x="838200" y="6356350"/>
            <a:ext cx="2743199"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fld id="{CAD2D6BD-DE1B-4B5F-8B41-2702339687B9}" type="datetime5">
              <a:rPr lang="zh-CN" altLang="en-US"/>
              <a:t>2025/11/18</a:t>
            </a:fld>
            <a:endParaRPr lang="zh-CN" altLang="en-US"/>
          </a:p>
        </p:txBody>
      </p:sp>
      <p:sp>
        <p:nvSpPr>
          <p:cNvPr id="10" name="页脚占位符"/>
          <p:cNvSpPr>
            <a:spLocks noGrp="1"/>
          </p:cNvSpPr>
          <p:nvPr>
            <p:ph type="ftr" idx="11"/>
          </p:nvPr>
        </p:nvSpPr>
        <p:spPr>
          <a:xfrm>
            <a:off x="4038600" y="6356350"/>
            <a:ext cx="4114798"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endParaRPr lang="zh-CN" altLang="en-US"/>
          </a:p>
        </p:txBody>
      </p:sp>
      <p:sp>
        <p:nvSpPr>
          <p:cNvPr id="11" name="编号占位符"/>
          <p:cNvSpPr>
            <a:spLocks noGrp="1"/>
          </p:cNvSpPr>
          <p:nvPr>
            <p:ph type="sldNum" idx="12"/>
          </p:nvPr>
        </p:nvSpPr>
        <p:spPr>
          <a:xfrm>
            <a:off x="8610600" y="6356350"/>
            <a:ext cx="2743200"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fld id="{CAD2D6BD-DE1B-4B5F-8B41-2702339687B9}"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2" name="标题"/>
          <p:cNvSpPr>
            <a:spLocks noGrp="1"/>
          </p:cNvSpPr>
          <p:nvPr>
            <p:ph type="title"/>
          </p:nvPr>
        </p:nvSpPr>
        <p:spPr>
          <a:xfrm>
            <a:off x="838200" y="365125"/>
            <a:ext cx="10515600" cy="1325563"/>
          </a:xfrm>
          <a:prstGeom prst="rect">
            <a:avLst/>
          </a:prstGeom>
        </p:spPr>
        <p:txBody>
          <a:bodyPr/>
          <a:lstStyle>
            <a:lvl1pPr marL="0" indent="0" defTabSz="914400" eaLnBrk="1" fontAlgn="auto" latinLnBrk="0" hangingPunct="1"/>
          </a:lstStyle>
          <a:p>
            <a:pPr marL="0" indent="0"/>
            <a:r>
              <a:rPr lang="zh-CN" altLang="en-US"/>
              <a:t>单击此处编辑母版标题样式</a:t>
            </a:r>
          </a:p>
        </p:txBody>
      </p:sp>
      <p:sp>
        <p:nvSpPr>
          <p:cNvPr id="13" name="内容占位符"/>
          <p:cNvSpPr>
            <a:spLocks noGrp="1"/>
          </p:cNvSpPr>
          <p:nvPr>
            <p:ph idx="1"/>
          </p:nvPr>
        </p:nvSpPr>
        <p:spPr>
          <a:xfrm>
            <a:off x="838200" y="1825625"/>
            <a:ext cx="10515600" cy="4351338"/>
          </a:xfrm>
          <a:prstGeom prst="rect">
            <a:avLst/>
          </a:prstGeom>
        </p:spPr>
        <p:txBody>
          <a:bodyPr/>
          <a:lstStyle>
            <a:lvl1pPr marL="228600" indent="-228600" defTabSz="914400" eaLnBrk="1" fontAlgn="auto" latinLnBrk="0" hangingPunct="1"/>
            <a:lvl2pPr marL="685800" indent="-228600" defTabSz="914400" fontAlgn="auto" hangingPunct="1"/>
          </a:lstStyle>
          <a:p>
            <a:pPr marL="228600" indent="-228600"/>
            <a:r>
              <a:rPr lang="zh-CN" altLang="en-US"/>
              <a:t>单击此处编辑母版文本样式</a:t>
            </a:r>
            <a:endParaRPr lang="en-US" altLang="zh-CN"/>
          </a:p>
          <a:p>
            <a:pPr marL="685800" lvl="1" indent="-228600"/>
            <a:r>
              <a:rPr lang="zh-CN" altLang="en-US"/>
              <a:t>二级</a:t>
            </a:r>
            <a:endParaRPr lang="en-US" altLang="zh-CN"/>
          </a:p>
          <a:p>
            <a:pPr marL="1143000" lvl="2" indent="-228600"/>
            <a:r>
              <a:rPr lang="zh-CN" altLang="en-US"/>
              <a:t>三级</a:t>
            </a:r>
            <a:endParaRPr lang="en-US" altLang="zh-CN"/>
          </a:p>
          <a:p>
            <a:pPr lvl="3"/>
            <a:r>
              <a:rPr lang="zh-CN" altLang="en-US"/>
              <a:t>四级</a:t>
            </a:r>
            <a:endParaRPr lang="en-US" altLang="zh-CN"/>
          </a:p>
          <a:p>
            <a:pPr lvl="4"/>
            <a:r>
              <a:rPr lang="zh-CN" altLang="en-US"/>
              <a:t>五级</a:t>
            </a:r>
          </a:p>
        </p:txBody>
      </p:sp>
      <p:sp>
        <p:nvSpPr>
          <p:cNvPr id="14" name="日期占位符"/>
          <p:cNvSpPr>
            <a:spLocks noGrp="1"/>
          </p:cNvSpPr>
          <p:nvPr>
            <p:ph type="dt" idx="10"/>
          </p:nvPr>
        </p:nvSpPr>
        <p:spPr>
          <a:xfrm>
            <a:off x="838200" y="6356350"/>
            <a:ext cx="2743199"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fld id="{CAD2D6BD-DE1B-4B5F-8B41-2702339687B9}" type="datetime5">
              <a:rPr lang="zh-CN" altLang="en-US"/>
              <a:t>2025/11/18</a:t>
            </a:fld>
            <a:endParaRPr lang="zh-CN" altLang="en-US"/>
          </a:p>
        </p:txBody>
      </p:sp>
      <p:sp>
        <p:nvSpPr>
          <p:cNvPr id="15" name="页脚占位符"/>
          <p:cNvSpPr>
            <a:spLocks noGrp="1"/>
          </p:cNvSpPr>
          <p:nvPr>
            <p:ph type="ftr" idx="11"/>
          </p:nvPr>
        </p:nvSpPr>
        <p:spPr>
          <a:xfrm>
            <a:off x="4038600" y="6356350"/>
            <a:ext cx="4114798"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endParaRPr lang="zh-CN" altLang="en-US"/>
          </a:p>
        </p:txBody>
      </p:sp>
      <p:sp>
        <p:nvSpPr>
          <p:cNvPr id="16" name="编号占位符"/>
          <p:cNvSpPr>
            <a:spLocks noGrp="1"/>
          </p:cNvSpPr>
          <p:nvPr>
            <p:ph type="sldNum" idx="12"/>
          </p:nvPr>
        </p:nvSpPr>
        <p:spPr>
          <a:xfrm>
            <a:off x="8610600" y="6356350"/>
            <a:ext cx="2743200"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fld id="{CAD2D6BD-DE1B-4B5F-8B41-2702339687B9}"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7" name="标题"/>
          <p:cNvSpPr>
            <a:spLocks noGrp="1"/>
          </p:cNvSpPr>
          <p:nvPr>
            <p:ph type="title"/>
          </p:nvPr>
        </p:nvSpPr>
        <p:spPr>
          <a:xfrm>
            <a:off x="831850" y="1709737"/>
            <a:ext cx="10515600" cy="2852737"/>
          </a:xfrm>
          <a:prstGeom prst="rect">
            <a:avLst/>
          </a:prstGeom>
        </p:spPr>
        <p:txBody>
          <a:bodyPr anchor="b" anchorCtr="0">
            <a:noAutofit/>
          </a:bodyPr>
          <a:lstStyle>
            <a:lvl1pPr marL="0" indent="0" defTabSz="914400" eaLnBrk="1" fontAlgn="auto" latinLnBrk="0" hangingPunct="1">
              <a:defRPr sz="6000"/>
            </a:lvl1pPr>
          </a:lstStyle>
          <a:p>
            <a:pPr marL="0" indent="0"/>
            <a:r>
              <a:rPr lang="zh-CN" altLang="en-US"/>
              <a:t>单击此处编辑母版标题样式</a:t>
            </a:r>
          </a:p>
        </p:txBody>
      </p:sp>
      <p:sp>
        <p:nvSpPr>
          <p:cNvPr id="18" name="文本"/>
          <p:cNvSpPr>
            <a:spLocks noGrp="1"/>
          </p:cNvSpPr>
          <p:nvPr>
            <p:ph type="body" idx="1"/>
          </p:nvPr>
        </p:nvSpPr>
        <p:spPr>
          <a:xfrm>
            <a:off x="831850" y="4589463"/>
            <a:ext cx="10515600" cy="1500187"/>
          </a:xfrm>
          <a:prstGeom prst="rect">
            <a:avLst/>
          </a:prstGeom>
        </p:spPr>
        <p:txBody>
          <a:bodyPr/>
          <a:lstStyle>
            <a:lvl1pPr marL="0" indent="0" defTabSz="914400" eaLnBrk="1" fontAlgn="auto" latinLnBrk="0" hangingPunct="1">
              <a:buNone/>
              <a:defRPr sz="2400">
                <a:solidFill>
                  <a:srgbClr val="898989"/>
                </a:solidFill>
              </a:defRPr>
            </a:lvl1pPr>
            <a:lvl2pPr marL="457200" indent="0" defTabSz="914400" eaLnBrk="1" fontAlgn="auto" latinLnBrk="0" hangingPunct="1">
              <a:buNone/>
              <a:defRPr sz="2000">
                <a:solidFill>
                  <a:srgbClr val="898989"/>
                </a:solidFill>
              </a:defRPr>
            </a:lvl2pPr>
            <a:lvl3pPr marL="914400" indent="0" defTabSz="914400" eaLnBrk="1" fontAlgn="auto" latinLnBrk="0" hangingPunct="1">
              <a:buNone/>
              <a:defRPr sz="1800">
                <a:solidFill>
                  <a:srgbClr val="898989"/>
                </a:solidFill>
              </a:defRPr>
            </a:lvl3pPr>
            <a:lvl4pPr marL="1371600" indent="0" defTabSz="914400" eaLnBrk="1" fontAlgn="auto" latinLnBrk="0" hangingPunct="1">
              <a:buNone/>
              <a:defRPr sz="1600">
                <a:solidFill>
                  <a:srgbClr val="898989"/>
                </a:solidFill>
              </a:defRPr>
            </a:lvl4pPr>
            <a:lvl5pPr marL="1828800" indent="0" defTabSz="914400" eaLnBrk="1" fontAlgn="auto" latinLnBrk="0" hangingPunct="1">
              <a:buNone/>
              <a:defRPr sz="1600">
                <a:solidFill>
                  <a:srgbClr val="898989"/>
                </a:solidFill>
              </a:defRPr>
            </a:lvl5pPr>
            <a:lvl6pPr marL="2286000" indent="0" defTabSz="914400" eaLnBrk="1" fontAlgn="auto" latinLnBrk="0" hangingPunct="1">
              <a:buNone/>
              <a:defRPr sz="1600">
                <a:solidFill>
                  <a:srgbClr val="898989"/>
                </a:solidFill>
              </a:defRPr>
            </a:lvl6pPr>
            <a:lvl7pPr marL="2743200" indent="0" defTabSz="914400" eaLnBrk="1" fontAlgn="auto" latinLnBrk="0" hangingPunct="1">
              <a:buNone/>
              <a:defRPr sz="1600">
                <a:solidFill>
                  <a:srgbClr val="898989"/>
                </a:solidFill>
              </a:defRPr>
            </a:lvl7pPr>
            <a:lvl8pPr marL="3200400" indent="0" defTabSz="914400" eaLnBrk="1" fontAlgn="auto" latinLnBrk="0" hangingPunct="1">
              <a:buNone/>
              <a:defRPr sz="1600">
                <a:solidFill>
                  <a:srgbClr val="898989"/>
                </a:solidFill>
              </a:defRPr>
            </a:lvl8pPr>
            <a:lvl9pPr marL="3200400" indent="0" defTabSz="914400" eaLnBrk="1" fontAlgn="auto" latinLnBrk="0" hangingPunct="1">
              <a:buNone/>
              <a:defRPr sz="1600">
                <a:solidFill>
                  <a:srgbClr val="898989"/>
                </a:solidFill>
              </a:defRPr>
            </a:lvl9pPr>
          </a:lstStyle>
          <a:p>
            <a:pPr marL="0" indent="0"/>
            <a:r>
              <a:rPr lang="zh-CN" altLang="en-US"/>
              <a:t>单击此处编辑母版文本样式</a:t>
            </a:r>
          </a:p>
        </p:txBody>
      </p:sp>
      <p:sp>
        <p:nvSpPr>
          <p:cNvPr id="19" name="日期占位符"/>
          <p:cNvSpPr>
            <a:spLocks noGrp="1"/>
          </p:cNvSpPr>
          <p:nvPr>
            <p:ph type="dt" idx="10"/>
          </p:nvPr>
        </p:nvSpPr>
        <p:spPr>
          <a:xfrm>
            <a:off x="838200" y="6356350"/>
            <a:ext cx="2743199"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fld id="{CAD2D6BD-DE1B-4B5F-8B41-2702339687B9}" type="datetime5">
              <a:rPr lang="zh-CN" altLang="en-US"/>
              <a:t>2025/11/18</a:t>
            </a:fld>
            <a:endParaRPr lang="zh-CN" altLang="en-US"/>
          </a:p>
        </p:txBody>
      </p:sp>
      <p:sp>
        <p:nvSpPr>
          <p:cNvPr id="20" name="页脚占位符"/>
          <p:cNvSpPr>
            <a:spLocks noGrp="1"/>
          </p:cNvSpPr>
          <p:nvPr>
            <p:ph type="ftr" idx="11"/>
          </p:nvPr>
        </p:nvSpPr>
        <p:spPr>
          <a:xfrm>
            <a:off x="4038600" y="6356350"/>
            <a:ext cx="4114798"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endParaRPr lang="zh-CN" altLang="en-US"/>
          </a:p>
        </p:txBody>
      </p:sp>
      <p:sp>
        <p:nvSpPr>
          <p:cNvPr id="21" name="编号占位符"/>
          <p:cNvSpPr>
            <a:spLocks noGrp="1"/>
          </p:cNvSpPr>
          <p:nvPr>
            <p:ph type="sldNum" idx="12"/>
          </p:nvPr>
        </p:nvSpPr>
        <p:spPr>
          <a:xfrm>
            <a:off x="8610600" y="6356350"/>
            <a:ext cx="2743200"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fld id="{CAD2D6BD-DE1B-4B5F-8B41-2702339687B9}"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2" name="标题"/>
          <p:cNvSpPr>
            <a:spLocks noGrp="1"/>
          </p:cNvSpPr>
          <p:nvPr>
            <p:ph type="title"/>
          </p:nvPr>
        </p:nvSpPr>
        <p:spPr>
          <a:xfrm>
            <a:off x="838200" y="365125"/>
            <a:ext cx="10515600" cy="1325563"/>
          </a:xfrm>
          <a:prstGeom prst="rect">
            <a:avLst/>
          </a:prstGeom>
        </p:spPr>
        <p:txBody>
          <a:bodyPr/>
          <a:lstStyle>
            <a:lvl1pPr marL="0" indent="0" defTabSz="914400" eaLnBrk="1" fontAlgn="auto" latinLnBrk="0" hangingPunct="1"/>
          </a:lstStyle>
          <a:p>
            <a:pPr marL="0" indent="0"/>
            <a:r>
              <a:rPr lang="zh-CN" altLang="en-US"/>
              <a:t>单击此处编辑母版标题样式</a:t>
            </a:r>
          </a:p>
        </p:txBody>
      </p:sp>
      <p:sp>
        <p:nvSpPr>
          <p:cNvPr id="23" name="内容占位符"/>
          <p:cNvSpPr>
            <a:spLocks noGrp="1"/>
          </p:cNvSpPr>
          <p:nvPr>
            <p:ph idx="1"/>
          </p:nvPr>
        </p:nvSpPr>
        <p:spPr>
          <a:xfrm>
            <a:off x="838200" y="1825625"/>
            <a:ext cx="5181600" cy="4351338"/>
          </a:xfrm>
          <a:prstGeom prst="rect">
            <a:avLst/>
          </a:prstGeom>
        </p:spPr>
        <p:txBody>
          <a:bodyPr/>
          <a:lstStyle>
            <a:lvl1pPr marL="228600" indent="-228600" defTabSz="914400" eaLnBrk="1" fontAlgn="auto" latinLnBrk="0" hangingPunct="1"/>
            <a:lvl2pPr marL="685800" indent="-228600" defTabSz="914400" fontAlgn="auto" hangingPunct="1"/>
          </a:lstStyle>
          <a:p>
            <a:pPr marL="228600" indent="-228600"/>
            <a:r>
              <a:rPr lang="zh-CN" altLang="en-US"/>
              <a:t>单击此处编辑母版文本样式</a:t>
            </a:r>
            <a:endParaRPr lang="en-US" altLang="zh-CN"/>
          </a:p>
          <a:p>
            <a:pPr marL="685800" lvl="1" indent="-228600"/>
            <a:r>
              <a:rPr lang="zh-CN" altLang="en-US"/>
              <a:t>二级</a:t>
            </a:r>
            <a:endParaRPr lang="en-US" altLang="zh-CN"/>
          </a:p>
          <a:p>
            <a:pPr marL="1143000" lvl="2" indent="-228600"/>
            <a:r>
              <a:rPr lang="zh-CN" altLang="en-US"/>
              <a:t>三级</a:t>
            </a:r>
            <a:endParaRPr lang="en-US" altLang="zh-CN"/>
          </a:p>
          <a:p>
            <a:pPr lvl="3"/>
            <a:r>
              <a:rPr lang="zh-CN" altLang="en-US"/>
              <a:t>四级</a:t>
            </a:r>
            <a:endParaRPr lang="en-US" altLang="zh-CN"/>
          </a:p>
          <a:p>
            <a:pPr lvl="4"/>
            <a:r>
              <a:rPr lang="zh-CN" altLang="en-US"/>
              <a:t>五级</a:t>
            </a:r>
          </a:p>
        </p:txBody>
      </p:sp>
      <p:sp>
        <p:nvSpPr>
          <p:cNvPr id="24" name="内容占位符"/>
          <p:cNvSpPr>
            <a:spLocks noGrp="1"/>
          </p:cNvSpPr>
          <p:nvPr>
            <p:ph idx="2"/>
          </p:nvPr>
        </p:nvSpPr>
        <p:spPr>
          <a:xfrm>
            <a:off x="6172200" y="1825625"/>
            <a:ext cx="5181600" cy="4351338"/>
          </a:xfrm>
          <a:prstGeom prst="rect">
            <a:avLst/>
          </a:prstGeom>
        </p:spPr>
        <p:txBody>
          <a:bodyPr/>
          <a:lstStyle/>
          <a:p>
            <a:r>
              <a:rPr lang="zh-CN" altLang="en-US"/>
              <a:t>单击此处编辑母版文本样式</a:t>
            </a:r>
            <a:endParaRPr lang="en-US" altLang="zh-CN"/>
          </a:p>
          <a:p>
            <a:pPr lvl="1"/>
            <a:r>
              <a:rPr lang="zh-CN" altLang="en-US"/>
              <a:t>二级</a:t>
            </a:r>
            <a:endParaRPr lang="en-US" altLang="zh-CN"/>
          </a:p>
          <a:p>
            <a:pPr lvl="2"/>
            <a:r>
              <a:rPr lang="zh-CN" altLang="en-US"/>
              <a:t>三级</a:t>
            </a:r>
            <a:endParaRPr lang="en-US" altLang="zh-CN"/>
          </a:p>
          <a:p>
            <a:pPr lvl="3"/>
            <a:r>
              <a:rPr lang="zh-CN" altLang="en-US"/>
              <a:t>四级</a:t>
            </a:r>
            <a:endParaRPr lang="en-US" altLang="zh-CN"/>
          </a:p>
          <a:p>
            <a:pPr lvl="4"/>
            <a:r>
              <a:rPr lang="zh-CN" altLang="en-US"/>
              <a:t>五级</a:t>
            </a:r>
          </a:p>
        </p:txBody>
      </p:sp>
      <p:sp>
        <p:nvSpPr>
          <p:cNvPr id="25" name="日期占位符"/>
          <p:cNvSpPr>
            <a:spLocks noGrp="1"/>
          </p:cNvSpPr>
          <p:nvPr>
            <p:ph type="dt" idx="10"/>
          </p:nvPr>
        </p:nvSpPr>
        <p:spPr>
          <a:xfrm>
            <a:off x="838200" y="6356350"/>
            <a:ext cx="2743199"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fld id="{CAD2D6BD-DE1B-4B5F-8B41-2702339687B9}" type="datetime5">
              <a:rPr lang="zh-CN" altLang="en-US"/>
              <a:t>2025/11/18</a:t>
            </a:fld>
            <a:endParaRPr lang="zh-CN" altLang="en-US"/>
          </a:p>
        </p:txBody>
      </p:sp>
      <p:sp>
        <p:nvSpPr>
          <p:cNvPr id="26" name="页脚占位符"/>
          <p:cNvSpPr>
            <a:spLocks noGrp="1"/>
          </p:cNvSpPr>
          <p:nvPr>
            <p:ph type="ftr" idx="11"/>
          </p:nvPr>
        </p:nvSpPr>
        <p:spPr>
          <a:xfrm>
            <a:off x="4038600" y="6356350"/>
            <a:ext cx="4114798"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endParaRPr lang="zh-CN" altLang="en-US"/>
          </a:p>
        </p:txBody>
      </p:sp>
      <p:sp>
        <p:nvSpPr>
          <p:cNvPr id="27" name="编号占位符"/>
          <p:cNvSpPr>
            <a:spLocks noGrp="1"/>
          </p:cNvSpPr>
          <p:nvPr>
            <p:ph type="sldNum" idx="12"/>
          </p:nvPr>
        </p:nvSpPr>
        <p:spPr>
          <a:xfrm>
            <a:off x="8610600" y="6356350"/>
            <a:ext cx="2743200"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fld id="{CAD2D6BD-DE1B-4B5F-8B41-2702339687B9}"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8" name="标题"/>
          <p:cNvSpPr>
            <a:spLocks noGrp="1"/>
          </p:cNvSpPr>
          <p:nvPr>
            <p:ph type="title"/>
          </p:nvPr>
        </p:nvSpPr>
        <p:spPr>
          <a:xfrm>
            <a:off x="839787" y="365125"/>
            <a:ext cx="10515600" cy="1325563"/>
          </a:xfrm>
          <a:prstGeom prst="rect">
            <a:avLst/>
          </a:prstGeom>
        </p:spPr>
        <p:txBody>
          <a:bodyPr/>
          <a:lstStyle>
            <a:lvl1pPr marL="0" indent="0" defTabSz="914400" eaLnBrk="1" fontAlgn="auto" latinLnBrk="0" hangingPunct="1"/>
          </a:lstStyle>
          <a:p>
            <a:pPr marL="0" indent="0"/>
            <a:r>
              <a:rPr lang="zh-CN" altLang="en-US"/>
              <a:t>单击此处编辑母版标题样式</a:t>
            </a:r>
          </a:p>
        </p:txBody>
      </p:sp>
      <p:sp>
        <p:nvSpPr>
          <p:cNvPr id="29" name="文本"/>
          <p:cNvSpPr>
            <a:spLocks noGrp="1"/>
          </p:cNvSpPr>
          <p:nvPr>
            <p:ph type="body" idx="1"/>
          </p:nvPr>
        </p:nvSpPr>
        <p:spPr>
          <a:xfrm>
            <a:off x="839787" y="1681163"/>
            <a:ext cx="5157787" cy="823911"/>
          </a:xfrm>
          <a:prstGeom prst="rect">
            <a:avLst/>
          </a:prstGeom>
        </p:spPr>
        <p:txBody>
          <a:bodyPr anchor="b" anchorCtr="0">
            <a:noAutofit/>
          </a:bodyPr>
          <a:lstStyle>
            <a:lvl1pPr marL="0" indent="0" defTabSz="914400" eaLnBrk="1" fontAlgn="auto" latinLnBrk="0" hangingPunct="1">
              <a:buNone/>
              <a:defRPr sz="2400" b="1"/>
            </a:lvl1pPr>
            <a:lvl2pPr marL="457200" indent="0" defTabSz="914400" eaLnBrk="1" fontAlgn="auto" latinLnBrk="0" hangingPunct="1">
              <a:buNone/>
              <a:defRPr sz="2000" b="1"/>
            </a:lvl2pPr>
            <a:lvl3pPr marL="914400" indent="0" defTabSz="914400" eaLnBrk="1" fontAlgn="auto" latinLnBrk="0" hangingPunct="1">
              <a:buNone/>
              <a:defRPr sz="1800" b="1"/>
            </a:lvl3pPr>
            <a:lvl4pPr marL="1371600" indent="0" defTabSz="914400" eaLnBrk="1" fontAlgn="auto" latinLnBrk="0" hangingPunct="1">
              <a:buNone/>
              <a:defRPr sz="1600" b="1"/>
            </a:lvl4pPr>
            <a:lvl5pPr marL="1828800" indent="0" defTabSz="914400" eaLnBrk="1" fontAlgn="auto" latinLnBrk="0" hangingPunct="1">
              <a:buNone/>
              <a:defRPr sz="1600" b="1"/>
            </a:lvl5pPr>
            <a:lvl6pPr marL="2286000" indent="0" defTabSz="914400" eaLnBrk="1" fontAlgn="auto" latinLnBrk="0" hangingPunct="1">
              <a:buNone/>
              <a:defRPr sz="1600" b="1"/>
            </a:lvl6pPr>
            <a:lvl7pPr marL="2743200" indent="0" defTabSz="914400" eaLnBrk="1" fontAlgn="auto" latinLnBrk="0" hangingPunct="1">
              <a:buNone/>
              <a:defRPr sz="1600" b="1"/>
            </a:lvl7pPr>
            <a:lvl8pPr marL="3200400" indent="0" defTabSz="914400" eaLnBrk="1" fontAlgn="auto" latinLnBrk="0" hangingPunct="1">
              <a:buNone/>
              <a:defRPr sz="1600" b="1"/>
            </a:lvl8pPr>
            <a:lvl9pPr marL="3200400" indent="0" defTabSz="914400" eaLnBrk="1" fontAlgn="auto" latinLnBrk="0" hangingPunct="1">
              <a:buNone/>
              <a:defRPr sz="1600" b="1"/>
            </a:lvl9pPr>
          </a:lstStyle>
          <a:p>
            <a:pPr marL="0" indent="0"/>
            <a:r>
              <a:rPr lang="zh-CN" altLang="en-US"/>
              <a:t>单击此处编辑母版文本样式</a:t>
            </a:r>
          </a:p>
        </p:txBody>
      </p:sp>
      <p:sp>
        <p:nvSpPr>
          <p:cNvPr id="30" name="内容占位符"/>
          <p:cNvSpPr>
            <a:spLocks noGrp="1"/>
          </p:cNvSpPr>
          <p:nvPr>
            <p:ph idx="2"/>
          </p:nvPr>
        </p:nvSpPr>
        <p:spPr>
          <a:xfrm>
            <a:off x="839787" y="2505075"/>
            <a:ext cx="5157787" cy="3684587"/>
          </a:xfrm>
          <a:prstGeom prst="rect">
            <a:avLst/>
          </a:prstGeom>
        </p:spPr>
        <p:txBody>
          <a:bodyPr/>
          <a:lstStyle>
            <a:lvl1pPr marL="228600" indent="-228600" defTabSz="914400" eaLnBrk="1" fontAlgn="auto" latinLnBrk="0" hangingPunct="1"/>
            <a:lvl2pPr marL="685800" indent="-228600" defTabSz="914400" eaLnBrk="1" fontAlgn="auto" latinLnBrk="0" hangingPunct="1"/>
            <a:lvl3pPr marL="1143000" indent="-228600" defTabSz="914400" fontAlgn="auto" hangingPunct="1"/>
          </a:lstStyle>
          <a:p>
            <a:pPr marL="228600" indent="-228600"/>
            <a:r>
              <a:rPr lang="zh-CN" altLang="en-US"/>
              <a:t>单击此处编辑母版文本样式</a:t>
            </a:r>
            <a:endParaRPr lang="en-US" altLang="zh-CN"/>
          </a:p>
          <a:p>
            <a:pPr marL="685800" lvl="1" indent="-228600"/>
            <a:r>
              <a:rPr lang="zh-CN" altLang="en-US"/>
              <a:t>二级</a:t>
            </a:r>
            <a:endParaRPr lang="en-US" altLang="zh-CN"/>
          </a:p>
          <a:p>
            <a:pPr marL="1143000" lvl="2" indent="-228600"/>
            <a:r>
              <a:rPr lang="zh-CN" altLang="en-US"/>
              <a:t>三级</a:t>
            </a:r>
            <a:endParaRPr lang="en-US" altLang="zh-CN"/>
          </a:p>
          <a:p>
            <a:pPr marL="1600200" lvl="3" indent="-228600"/>
            <a:r>
              <a:rPr lang="zh-CN" altLang="en-US"/>
              <a:t>四级</a:t>
            </a:r>
            <a:endParaRPr lang="en-US" altLang="zh-CN"/>
          </a:p>
          <a:p>
            <a:pPr lvl="4"/>
            <a:r>
              <a:rPr lang="zh-CN" altLang="en-US"/>
              <a:t>五级</a:t>
            </a:r>
          </a:p>
        </p:txBody>
      </p:sp>
      <p:sp>
        <p:nvSpPr>
          <p:cNvPr id="31" name="文本"/>
          <p:cNvSpPr>
            <a:spLocks noGrp="1"/>
          </p:cNvSpPr>
          <p:nvPr>
            <p:ph type="body" idx="3"/>
          </p:nvPr>
        </p:nvSpPr>
        <p:spPr>
          <a:xfrm>
            <a:off x="6172200" y="1681163"/>
            <a:ext cx="5183188" cy="823911"/>
          </a:xfrm>
          <a:prstGeom prst="rect">
            <a:avLst/>
          </a:prstGeom>
        </p:spPr>
        <p:txBody>
          <a:bodyPr anchor="b" anchorCtr="0">
            <a:noAutofit/>
          </a:bodyPr>
          <a:lstStyle>
            <a:lvl1pPr marL="0" indent="0" defTabSz="914400" eaLnBrk="1" fontAlgn="auto" latinLnBrk="0" hangingPunct="1">
              <a:buNone/>
              <a:defRPr sz="2400" b="1"/>
            </a:lvl1pPr>
            <a:lvl2pPr marL="457200" indent="0" defTabSz="914400" eaLnBrk="1" fontAlgn="auto" latinLnBrk="0" hangingPunct="1">
              <a:buNone/>
              <a:defRPr sz="2000" b="1"/>
            </a:lvl2pPr>
            <a:lvl3pPr marL="914400" indent="0" defTabSz="914400" eaLnBrk="1" fontAlgn="auto" latinLnBrk="0" hangingPunct="1">
              <a:buNone/>
              <a:defRPr sz="1800" b="1"/>
            </a:lvl3pPr>
            <a:lvl4pPr marL="1371600" indent="0" defTabSz="914400" eaLnBrk="1" fontAlgn="auto" latinLnBrk="0" hangingPunct="1">
              <a:buNone/>
              <a:defRPr sz="1600" b="1"/>
            </a:lvl4pPr>
            <a:lvl5pPr marL="1828800" indent="0" defTabSz="914400" eaLnBrk="1" fontAlgn="auto" latinLnBrk="0" hangingPunct="1">
              <a:buNone/>
              <a:defRPr sz="1600" b="1"/>
            </a:lvl5pPr>
            <a:lvl6pPr marL="2286000" indent="0" defTabSz="914400" eaLnBrk="1" fontAlgn="auto" latinLnBrk="0" hangingPunct="1">
              <a:buNone/>
              <a:defRPr sz="1600" b="1"/>
            </a:lvl6pPr>
            <a:lvl7pPr marL="2743200" indent="0" defTabSz="914400" eaLnBrk="1" fontAlgn="auto" latinLnBrk="0" hangingPunct="1">
              <a:buNone/>
              <a:defRPr sz="1600" b="1"/>
            </a:lvl7pPr>
            <a:lvl8pPr marL="3200400" indent="0" defTabSz="914400" eaLnBrk="1" fontAlgn="auto" latinLnBrk="0" hangingPunct="1">
              <a:buNone/>
              <a:defRPr sz="1600" b="1"/>
            </a:lvl8pPr>
            <a:lvl9pPr marL="3200400" indent="0" defTabSz="914400" eaLnBrk="1" fontAlgn="auto" latinLnBrk="0" hangingPunct="1">
              <a:buNone/>
              <a:defRPr sz="1600" b="1"/>
            </a:lvl9pPr>
          </a:lstStyle>
          <a:p>
            <a:r>
              <a:rPr lang="zh-CN" altLang="en-US"/>
              <a:t>单击此处编辑母版文本样式</a:t>
            </a:r>
          </a:p>
        </p:txBody>
      </p:sp>
      <p:sp>
        <p:nvSpPr>
          <p:cNvPr id="32" name="内容占位符"/>
          <p:cNvSpPr>
            <a:spLocks noGrp="1"/>
          </p:cNvSpPr>
          <p:nvPr>
            <p:ph idx="4"/>
          </p:nvPr>
        </p:nvSpPr>
        <p:spPr>
          <a:xfrm>
            <a:off x="6172200" y="2505075"/>
            <a:ext cx="5183188" cy="3684587"/>
          </a:xfrm>
          <a:prstGeom prst="rect">
            <a:avLst/>
          </a:prstGeom>
        </p:spPr>
        <p:txBody>
          <a:bodyPr/>
          <a:lstStyle>
            <a:lvl1pPr marL="228600" indent="-228600" defTabSz="914400" eaLnBrk="1" fontAlgn="auto" latinLnBrk="0" hangingPunct="1"/>
            <a:lvl2pPr marL="685800" indent="-228600" defTabSz="914400" eaLnBrk="1" fontAlgn="auto" latinLnBrk="0" hangingPunct="1"/>
            <a:lvl3pPr marL="1143000" indent="-228600" defTabSz="914400" fontAlgn="auto" hangingPunct="1"/>
          </a:lstStyle>
          <a:p>
            <a:pPr marL="228600" indent="-228600"/>
            <a:r>
              <a:rPr lang="zh-CN" altLang="en-US"/>
              <a:t>单击此处编辑母版文本样式</a:t>
            </a:r>
            <a:endParaRPr lang="en-US" altLang="zh-CN"/>
          </a:p>
          <a:p>
            <a:pPr marL="685800" lvl="1" indent="-228600"/>
            <a:r>
              <a:rPr lang="zh-CN" altLang="en-US"/>
              <a:t>二级</a:t>
            </a:r>
            <a:endParaRPr lang="en-US" altLang="zh-CN"/>
          </a:p>
          <a:p>
            <a:pPr marL="1143000" lvl="2" indent="-228600"/>
            <a:r>
              <a:rPr lang="zh-CN" altLang="en-US"/>
              <a:t>三级</a:t>
            </a:r>
            <a:endParaRPr lang="en-US" altLang="zh-CN"/>
          </a:p>
          <a:p>
            <a:pPr marL="1600200" lvl="3" indent="-228600"/>
            <a:r>
              <a:rPr lang="zh-CN" altLang="en-US"/>
              <a:t>四级</a:t>
            </a:r>
            <a:endParaRPr lang="en-US" altLang="zh-CN"/>
          </a:p>
          <a:p>
            <a:pPr lvl="4"/>
            <a:r>
              <a:rPr lang="zh-CN" altLang="en-US"/>
              <a:t>五级</a:t>
            </a:r>
          </a:p>
        </p:txBody>
      </p:sp>
      <p:sp>
        <p:nvSpPr>
          <p:cNvPr id="33" name="日期占位符"/>
          <p:cNvSpPr>
            <a:spLocks noGrp="1"/>
          </p:cNvSpPr>
          <p:nvPr>
            <p:ph type="dt" idx="10"/>
          </p:nvPr>
        </p:nvSpPr>
        <p:spPr>
          <a:xfrm>
            <a:off x="838200" y="6356350"/>
            <a:ext cx="2743199"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fld id="{CAD2D6BD-DE1B-4B5F-8B41-2702339687B9}" type="datetime5">
              <a:rPr lang="zh-CN" altLang="en-US"/>
              <a:t>2025/11/18</a:t>
            </a:fld>
            <a:endParaRPr lang="zh-CN" altLang="en-US"/>
          </a:p>
        </p:txBody>
      </p:sp>
      <p:sp>
        <p:nvSpPr>
          <p:cNvPr id="34" name="页脚占位符"/>
          <p:cNvSpPr>
            <a:spLocks noGrp="1"/>
          </p:cNvSpPr>
          <p:nvPr>
            <p:ph type="ftr" idx="11"/>
          </p:nvPr>
        </p:nvSpPr>
        <p:spPr>
          <a:xfrm>
            <a:off x="4038600" y="6356350"/>
            <a:ext cx="4114798"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endParaRPr lang="zh-CN" altLang="en-US"/>
          </a:p>
        </p:txBody>
      </p:sp>
      <p:sp>
        <p:nvSpPr>
          <p:cNvPr id="35" name="编号占位符"/>
          <p:cNvSpPr>
            <a:spLocks noGrp="1"/>
          </p:cNvSpPr>
          <p:nvPr>
            <p:ph type="sldNum" idx="12"/>
          </p:nvPr>
        </p:nvSpPr>
        <p:spPr>
          <a:xfrm>
            <a:off x="8610600" y="6356350"/>
            <a:ext cx="2743200"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fld id="{CAD2D6BD-DE1B-4B5F-8B41-2702339687B9}"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6" name="标题"/>
          <p:cNvSpPr>
            <a:spLocks noGrp="1"/>
          </p:cNvSpPr>
          <p:nvPr>
            <p:ph type="title"/>
          </p:nvPr>
        </p:nvSpPr>
        <p:spPr>
          <a:xfrm>
            <a:off x="838200" y="365125"/>
            <a:ext cx="10515600" cy="1325563"/>
          </a:xfrm>
          <a:prstGeom prst="rect">
            <a:avLst/>
          </a:prstGeom>
        </p:spPr>
        <p:txBody>
          <a:bodyPr/>
          <a:lstStyle>
            <a:lvl1pPr marL="0" indent="0" defTabSz="914400" eaLnBrk="1" fontAlgn="auto" latinLnBrk="0" hangingPunct="1"/>
          </a:lstStyle>
          <a:p>
            <a:pPr marL="0" indent="0"/>
            <a:r>
              <a:rPr lang="zh-CN" altLang="en-US"/>
              <a:t>单击此处编辑母版标题样式</a:t>
            </a:r>
          </a:p>
        </p:txBody>
      </p:sp>
      <p:sp>
        <p:nvSpPr>
          <p:cNvPr id="37" name="日期占位符"/>
          <p:cNvSpPr>
            <a:spLocks noGrp="1"/>
          </p:cNvSpPr>
          <p:nvPr>
            <p:ph type="dt" idx="10"/>
          </p:nvPr>
        </p:nvSpPr>
        <p:spPr>
          <a:xfrm>
            <a:off x="838200" y="6356350"/>
            <a:ext cx="2743199"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fld id="{CAD2D6BD-DE1B-4B5F-8B41-2702339687B9}" type="datetime5">
              <a:rPr lang="zh-CN" altLang="en-US"/>
              <a:t>2025/11/18</a:t>
            </a:fld>
            <a:endParaRPr lang="zh-CN" altLang="en-US"/>
          </a:p>
        </p:txBody>
      </p:sp>
      <p:sp>
        <p:nvSpPr>
          <p:cNvPr id="38" name="页脚占位符"/>
          <p:cNvSpPr>
            <a:spLocks noGrp="1"/>
          </p:cNvSpPr>
          <p:nvPr>
            <p:ph type="ftr" idx="11"/>
          </p:nvPr>
        </p:nvSpPr>
        <p:spPr>
          <a:xfrm>
            <a:off x="4038600" y="6356350"/>
            <a:ext cx="4114798"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endParaRPr lang="zh-CN" altLang="en-US"/>
          </a:p>
        </p:txBody>
      </p:sp>
      <p:sp>
        <p:nvSpPr>
          <p:cNvPr id="39" name="编号占位符"/>
          <p:cNvSpPr>
            <a:spLocks noGrp="1"/>
          </p:cNvSpPr>
          <p:nvPr>
            <p:ph type="sldNum" idx="12"/>
          </p:nvPr>
        </p:nvSpPr>
        <p:spPr>
          <a:xfrm>
            <a:off x="8610600" y="6356350"/>
            <a:ext cx="2743200"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fld id="{CAD2D6BD-DE1B-4B5F-8B41-2702339687B9}"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0" name="日期占位符"/>
          <p:cNvSpPr>
            <a:spLocks noGrp="1"/>
          </p:cNvSpPr>
          <p:nvPr>
            <p:ph type="dt" idx="10"/>
          </p:nvPr>
        </p:nvSpPr>
        <p:spPr>
          <a:xfrm>
            <a:off x="838200" y="6356350"/>
            <a:ext cx="2743199"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fld id="{CAD2D6BD-DE1B-4B5F-8B41-2702339687B9}" type="datetime5">
              <a:rPr lang="zh-CN" altLang="en-US"/>
              <a:t>2025/11/18</a:t>
            </a:fld>
            <a:endParaRPr lang="zh-CN" altLang="en-US"/>
          </a:p>
        </p:txBody>
      </p:sp>
      <p:sp>
        <p:nvSpPr>
          <p:cNvPr id="41" name="页脚占位符"/>
          <p:cNvSpPr>
            <a:spLocks noGrp="1"/>
          </p:cNvSpPr>
          <p:nvPr>
            <p:ph type="ftr" idx="11"/>
          </p:nvPr>
        </p:nvSpPr>
        <p:spPr>
          <a:xfrm>
            <a:off x="4038600" y="6356350"/>
            <a:ext cx="4114798"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endParaRPr lang="zh-CN" altLang="en-US"/>
          </a:p>
        </p:txBody>
      </p:sp>
      <p:sp>
        <p:nvSpPr>
          <p:cNvPr id="42" name="编号占位符"/>
          <p:cNvSpPr>
            <a:spLocks noGrp="1"/>
          </p:cNvSpPr>
          <p:nvPr>
            <p:ph type="sldNum" idx="12"/>
          </p:nvPr>
        </p:nvSpPr>
        <p:spPr>
          <a:xfrm>
            <a:off x="8610600" y="6356350"/>
            <a:ext cx="2743200"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fld id="{CAD2D6BD-DE1B-4B5F-8B41-2702339687B9}"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43" name="标题"/>
          <p:cNvSpPr>
            <a:spLocks noGrp="1"/>
          </p:cNvSpPr>
          <p:nvPr>
            <p:ph type="title"/>
          </p:nvPr>
        </p:nvSpPr>
        <p:spPr>
          <a:xfrm>
            <a:off x="839787" y="457200"/>
            <a:ext cx="3932237" cy="1600200"/>
          </a:xfrm>
          <a:prstGeom prst="rect">
            <a:avLst/>
          </a:prstGeom>
        </p:spPr>
        <p:txBody>
          <a:bodyPr anchor="b" anchorCtr="0">
            <a:noAutofit/>
          </a:bodyPr>
          <a:lstStyle>
            <a:lvl1pPr marL="0" indent="0" defTabSz="914400" eaLnBrk="1" fontAlgn="auto" latinLnBrk="0" hangingPunct="1">
              <a:defRPr sz="3200"/>
            </a:lvl1pPr>
          </a:lstStyle>
          <a:p>
            <a:pPr marL="0" indent="0"/>
            <a:r>
              <a:rPr lang="zh-CN" altLang="en-US"/>
              <a:t>单击此处编辑母版标题样式</a:t>
            </a:r>
          </a:p>
        </p:txBody>
      </p:sp>
      <p:sp>
        <p:nvSpPr>
          <p:cNvPr id="44" name="内容占位符"/>
          <p:cNvSpPr>
            <a:spLocks noGrp="1"/>
          </p:cNvSpPr>
          <p:nvPr>
            <p:ph idx="1"/>
          </p:nvPr>
        </p:nvSpPr>
        <p:spPr>
          <a:xfrm>
            <a:off x="5183188" y="987424"/>
            <a:ext cx="6172200" cy="4873625"/>
          </a:xfrm>
          <a:prstGeom prst="rect">
            <a:avLst/>
          </a:prstGeom>
        </p:spPr>
        <p:txBody>
          <a:bodyPr/>
          <a:lstStyle>
            <a:lvl1pPr marL="228600" indent="-228600" defTabSz="914400" eaLnBrk="1" fontAlgn="auto" latinLnBrk="0" hangingPunct="1">
              <a:defRPr sz="3200"/>
            </a:lvl1pPr>
            <a:lvl2pPr marL="685800" indent="-228600" defTabSz="914400" eaLnBrk="1" fontAlgn="auto" latinLnBrk="0" hangingPunct="1">
              <a:defRPr sz="2800"/>
            </a:lvl2pPr>
            <a:lvl3pPr marL="1143000" indent="-228600" defTabSz="914400" eaLnBrk="1" fontAlgn="auto" latinLnBrk="0" hangingPunct="1">
              <a:defRPr sz="2400"/>
            </a:lvl3pPr>
            <a:lvl4pPr marL="1600200" indent="-228600" defTabSz="914400" eaLnBrk="1" fontAlgn="auto" latinLnBrk="0" hangingPunct="1">
              <a:defRPr sz="2000"/>
            </a:lvl4pPr>
            <a:lvl5pPr marL="2057400" indent="-228600" defTabSz="914400" eaLnBrk="1" fontAlgn="auto" latinLnBrk="0" hangingPunct="1">
              <a:defRPr sz="2000"/>
            </a:lvl5pPr>
          </a:lstStyle>
          <a:p>
            <a:pPr marL="228600" indent="-228600"/>
            <a:r>
              <a:rPr lang="zh-CN" altLang="en-US"/>
              <a:t>单击此处编辑母版文本样式</a:t>
            </a:r>
            <a:endParaRPr lang="en-US" altLang="zh-CN"/>
          </a:p>
          <a:p>
            <a:pPr marL="685800" lvl="1" indent="-228600"/>
            <a:r>
              <a:rPr lang="zh-CN" altLang="en-US"/>
              <a:t>二级</a:t>
            </a:r>
            <a:endParaRPr lang="en-US" altLang="zh-CN"/>
          </a:p>
          <a:p>
            <a:pPr marL="1143000" lvl="2" indent="-228600"/>
            <a:r>
              <a:rPr lang="zh-CN" altLang="en-US"/>
              <a:t>三级</a:t>
            </a:r>
            <a:endParaRPr lang="en-US" altLang="zh-CN"/>
          </a:p>
          <a:p>
            <a:pPr marL="1600200" lvl="3" indent="-228600"/>
            <a:r>
              <a:rPr lang="zh-CN" altLang="en-US"/>
              <a:t>四级</a:t>
            </a:r>
            <a:endParaRPr lang="en-US" altLang="zh-CN"/>
          </a:p>
          <a:p>
            <a:pPr marL="2057400" lvl="4" indent="-228600"/>
            <a:r>
              <a:rPr lang="zh-CN" altLang="en-US"/>
              <a:t>五级</a:t>
            </a:r>
          </a:p>
        </p:txBody>
      </p:sp>
      <p:sp>
        <p:nvSpPr>
          <p:cNvPr id="45" name="文本"/>
          <p:cNvSpPr>
            <a:spLocks noGrp="1"/>
          </p:cNvSpPr>
          <p:nvPr>
            <p:ph type="body" idx="2"/>
          </p:nvPr>
        </p:nvSpPr>
        <p:spPr>
          <a:xfrm>
            <a:off x="839787" y="2057400"/>
            <a:ext cx="3932237" cy="3811588"/>
          </a:xfrm>
          <a:prstGeom prst="rect">
            <a:avLst/>
          </a:prstGeom>
        </p:spPr>
        <p:txBody>
          <a:bodyPr/>
          <a:lstStyle>
            <a:lvl1pPr marL="0" indent="0" defTabSz="914400" eaLnBrk="1" fontAlgn="auto" latinLnBrk="0" hangingPunct="1">
              <a:buNone/>
              <a:defRPr sz="1600"/>
            </a:lvl1pPr>
            <a:lvl2pPr marL="457200" indent="0" defTabSz="914400" eaLnBrk="1" fontAlgn="auto" latinLnBrk="0" hangingPunct="1">
              <a:buNone/>
              <a:defRPr sz="1400"/>
            </a:lvl2pPr>
            <a:lvl3pPr marL="914400" indent="0" defTabSz="914400" eaLnBrk="1" fontAlgn="auto" latinLnBrk="0" hangingPunct="1">
              <a:buNone/>
              <a:defRPr sz="1200"/>
            </a:lvl3pPr>
            <a:lvl4pPr marL="1371600" indent="0" defTabSz="914400" eaLnBrk="1" fontAlgn="auto" latinLnBrk="0" hangingPunct="1">
              <a:buNone/>
              <a:defRPr sz="1000"/>
            </a:lvl4pPr>
            <a:lvl5pPr marL="1828800" indent="0" defTabSz="914400" eaLnBrk="1" fontAlgn="auto" latinLnBrk="0" hangingPunct="1">
              <a:buNone/>
              <a:defRPr sz="1000"/>
            </a:lvl5pPr>
            <a:lvl6pPr marL="2286000" indent="0" defTabSz="914400" eaLnBrk="1" fontAlgn="auto" latinLnBrk="0" hangingPunct="1">
              <a:buNone/>
              <a:defRPr sz="1000"/>
            </a:lvl6pPr>
            <a:lvl7pPr marL="2743200" indent="0" defTabSz="914400" eaLnBrk="1" fontAlgn="auto" latinLnBrk="0" hangingPunct="1">
              <a:buNone/>
              <a:defRPr sz="1000"/>
            </a:lvl7pPr>
            <a:lvl8pPr marL="3200400" indent="0" defTabSz="914400" eaLnBrk="1" fontAlgn="auto" latinLnBrk="0" hangingPunct="1">
              <a:buNone/>
              <a:defRPr sz="1000"/>
            </a:lvl8pPr>
            <a:lvl9pPr marL="3200400" indent="0" defTabSz="914400" eaLnBrk="1" fontAlgn="auto" latinLnBrk="0" hangingPunct="1">
              <a:buNone/>
              <a:defRPr sz="1000"/>
            </a:lvl9pPr>
          </a:lstStyle>
          <a:p>
            <a:pPr marL="0" indent="0"/>
            <a:r>
              <a:rPr lang="zh-CN" altLang="en-US"/>
              <a:t>单击此处编辑母版文本样式</a:t>
            </a:r>
          </a:p>
        </p:txBody>
      </p:sp>
      <p:sp>
        <p:nvSpPr>
          <p:cNvPr id="46" name="日期占位符"/>
          <p:cNvSpPr>
            <a:spLocks noGrp="1"/>
          </p:cNvSpPr>
          <p:nvPr>
            <p:ph type="dt" idx="10"/>
          </p:nvPr>
        </p:nvSpPr>
        <p:spPr>
          <a:xfrm>
            <a:off x="838200" y="6356350"/>
            <a:ext cx="2743199"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fld id="{CAD2D6BD-DE1B-4B5F-8B41-2702339687B9}" type="datetime5">
              <a:rPr lang="zh-CN" altLang="en-US"/>
              <a:t>2025/11/18</a:t>
            </a:fld>
            <a:endParaRPr lang="zh-CN" altLang="en-US"/>
          </a:p>
        </p:txBody>
      </p:sp>
      <p:sp>
        <p:nvSpPr>
          <p:cNvPr id="47" name="页脚占位符"/>
          <p:cNvSpPr>
            <a:spLocks noGrp="1"/>
          </p:cNvSpPr>
          <p:nvPr>
            <p:ph type="ftr" idx="11"/>
          </p:nvPr>
        </p:nvSpPr>
        <p:spPr>
          <a:xfrm>
            <a:off x="4038600" y="6356350"/>
            <a:ext cx="4114798"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endParaRPr lang="zh-CN" altLang="en-US"/>
          </a:p>
        </p:txBody>
      </p:sp>
      <p:sp>
        <p:nvSpPr>
          <p:cNvPr id="48" name="编号占位符"/>
          <p:cNvSpPr>
            <a:spLocks noGrp="1"/>
          </p:cNvSpPr>
          <p:nvPr>
            <p:ph type="sldNum" idx="12"/>
          </p:nvPr>
        </p:nvSpPr>
        <p:spPr>
          <a:xfrm>
            <a:off x="8610600" y="6356350"/>
            <a:ext cx="2743200"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fld id="{CAD2D6BD-DE1B-4B5F-8B41-2702339687B9}"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49" name="标题"/>
          <p:cNvSpPr>
            <a:spLocks noGrp="1"/>
          </p:cNvSpPr>
          <p:nvPr>
            <p:ph type="title"/>
          </p:nvPr>
        </p:nvSpPr>
        <p:spPr>
          <a:xfrm>
            <a:off x="839787" y="457200"/>
            <a:ext cx="3932237" cy="1600200"/>
          </a:xfrm>
          <a:prstGeom prst="rect">
            <a:avLst/>
          </a:prstGeom>
        </p:spPr>
        <p:txBody>
          <a:bodyPr anchor="b" anchorCtr="0">
            <a:noAutofit/>
          </a:bodyPr>
          <a:lstStyle>
            <a:lvl1pPr marL="0" indent="0" defTabSz="914400" eaLnBrk="1" fontAlgn="auto" latinLnBrk="0" hangingPunct="1">
              <a:defRPr sz="3200"/>
            </a:lvl1pPr>
          </a:lstStyle>
          <a:p>
            <a:pPr marL="0" indent="0"/>
            <a:r>
              <a:rPr lang="zh-CN" altLang="en-US"/>
              <a:t>单击此处编辑母版标题样式</a:t>
            </a:r>
          </a:p>
        </p:txBody>
      </p:sp>
      <p:sp>
        <p:nvSpPr>
          <p:cNvPr id="50" name="图片"/>
          <p:cNvSpPr>
            <a:spLocks noGrp="1"/>
          </p:cNvSpPr>
          <p:nvPr>
            <p:ph type="pic" idx="1"/>
          </p:nvPr>
        </p:nvSpPr>
        <p:spPr>
          <a:xfrm>
            <a:off x="5183188" y="987424"/>
            <a:ext cx="6172200" cy="4873625"/>
          </a:xfrm>
          <a:prstGeom prst="rect">
            <a:avLst/>
          </a:prstGeom>
        </p:spPr>
        <p:txBody>
          <a:bodyPr/>
          <a:lstStyle/>
          <a:p>
            <a:endParaRPr/>
          </a:p>
        </p:txBody>
      </p:sp>
      <p:sp>
        <p:nvSpPr>
          <p:cNvPr id="51" name="文本"/>
          <p:cNvSpPr>
            <a:spLocks noGrp="1"/>
          </p:cNvSpPr>
          <p:nvPr>
            <p:ph type="body" idx="2"/>
          </p:nvPr>
        </p:nvSpPr>
        <p:spPr>
          <a:xfrm>
            <a:off x="839787" y="2057400"/>
            <a:ext cx="3932237" cy="3811588"/>
          </a:xfrm>
          <a:prstGeom prst="rect">
            <a:avLst/>
          </a:prstGeom>
        </p:spPr>
        <p:txBody>
          <a:bodyPr/>
          <a:lstStyle>
            <a:lvl1pPr marL="0" indent="0" defTabSz="914400" eaLnBrk="1" fontAlgn="auto" latinLnBrk="0" hangingPunct="1">
              <a:buNone/>
              <a:defRPr sz="1600"/>
            </a:lvl1pPr>
            <a:lvl2pPr marL="457200" indent="0" defTabSz="914400" eaLnBrk="1" fontAlgn="auto" latinLnBrk="0" hangingPunct="1">
              <a:buNone/>
              <a:defRPr sz="1400"/>
            </a:lvl2pPr>
            <a:lvl3pPr marL="914400" indent="0" defTabSz="914400" eaLnBrk="1" fontAlgn="auto" latinLnBrk="0" hangingPunct="1">
              <a:buNone/>
              <a:defRPr sz="1200"/>
            </a:lvl3pPr>
            <a:lvl4pPr marL="1371600" indent="0" defTabSz="914400" eaLnBrk="1" fontAlgn="auto" latinLnBrk="0" hangingPunct="1">
              <a:buNone/>
              <a:defRPr sz="1000"/>
            </a:lvl4pPr>
            <a:lvl5pPr marL="1828800" indent="0" defTabSz="914400" eaLnBrk="1" fontAlgn="auto" latinLnBrk="0" hangingPunct="1">
              <a:buNone/>
              <a:defRPr sz="1000"/>
            </a:lvl5pPr>
            <a:lvl6pPr marL="2286000" indent="0" defTabSz="914400" eaLnBrk="1" fontAlgn="auto" latinLnBrk="0" hangingPunct="1">
              <a:buNone/>
              <a:defRPr sz="1000"/>
            </a:lvl6pPr>
            <a:lvl7pPr marL="2743200" indent="0" defTabSz="914400" eaLnBrk="1" fontAlgn="auto" latinLnBrk="0" hangingPunct="1">
              <a:buNone/>
              <a:defRPr sz="1000"/>
            </a:lvl7pPr>
            <a:lvl8pPr marL="3200400" indent="0" defTabSz="914400" eaLnBrk="1" fontAlgn="auto" latinLnBrk="0" hangingPunct="1">
              <a:buNone/>
              <a:defRPr sz="1000"/>
            </a:lvl8pPr>
            <a:lvl9pPr marL="3200400" indent="0" defTabSz="914400" eaLnBrk="1" fontAlgn="auto" latinLnBrk="0" hangingPunct="1">
              <a:buNone/>
              <a:defRPr sz="1000"/>
            </a:lvl9pPr>
          </a:lstStyle>
          <a:p>
            <a:pPr marL="0" indent="0"/>
            <a:r>
              <a:rPr lang="zh-CN" altLang="en-US"/>
              <a:t>单击此处编辑母版文本样式</a:t>
            </a:r>
          </a:p>
        </p:txBody>
      </p:sp>
      <p:sp>
        <p:nvSpPr>
          <p:cNvPr id="52" name="日期占位符"/>
          <p:cNvSpPr>
            <a:spLocks noGrp="1"/>
          </p:cNvSpPr>
          <p:nvPr>
            <p:ph type="dt" idx="10"/>
          </p:nvPr>
        </p:nvSpPr>
        <p:spPr>
          <a:xfrm>
            <a:off x="838200" y="6356350"/>
            <a:ext cx="2743199"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fld id="{CAD2D6BD-DE1B-4B5F-8B41-2702339687B9}" type="datetime5">
              <a:rPr lang="zh-CN" altLang="en-US"/>
              <a:t>2025/11/18</a:t>
            </a:fld>
            <a:endParaRPr lang="zh-CN" altLang="en-US"/>
          </a:p>
        </p:txBody>
      </p:sp>
      <p:sp>
        <p:nvSpPr>
          <p:cNvPr id="53" name="页脚占位符"/>
          <p:cNvSpPr>
            <a:spLocks noGrp="1"/>
          </p:cNvSpPr>
          <p:nvPr>
            <p:ph type="ftr" idx="11"/>
          </p:nvPr>
        </p:nvSpPr>
        <p:spPr>
          <a:xfrm>
            <a:off x="4038600" y="6356350"/>
            <a:ext cx="4114798"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endParaRPr lang="zh-CN" altLang="en-US"/>
          </a:p>
        </p:txBody>
      </p:sp>
      <p:sp>
        <p:nvSpPr>
          <p:cNvPr id="54" name="编号占位符"/>
          <p:cNvSpPr>
            <a:spLocks noGrp="1"/>
          </p:cNvSpPr>
          <p:nvPr>
            <p:ph type="sldNum" idx="12"/>
          </p:nvPr>
        </p:nvSpPr>
        <p:spPr>
          <a:xfrm>
            <a:off x="8610600" y="6356350"/>
            <a:ext cx="2743200"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fld id="{CAD2D6BD-DE1B-4B5F-8B41-2702339687B9}"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55" name="标题"/>
          <p:cNvSpPr>
            <a:spLocks noGrp="1"/>
          </p:cNvSpPr>
          <p:nvPr>
            <p:ph type="title"/>
          </p:nvPr>
        </p:nvSpPr>
        <p:spPr>
          <a:xfrm>
            <a:off x="838200" y="365125"/>
            <a:ext cx="10515600" cy="1325563"/>
          </a:xfrm>
          <a:prstGeom prst="rect">
            <a:avLst/>
          </a:prstGeom>
        </p:spPr>
        <p:txBody>
          <a:bodyPr/>
          <a:lstStyle>
            <a:lvl1pPr marL="0" indent="0" defTabSz="914400" eaLnBrk="1" fontAlgn="auto" latinLnBrk="0" hangingPunct="1"/>
          </a:lstStyle>
          <a:p>
            <a:pPr marL="0" indent="0"/>
            <a:r>
              <a:rPr lang="zh-CN" altLang="en-US"/>
              <a:t>单击此处编辑母版标题样式</a:t>
            </a:r>
          </a:p>
        </p:txBody>
      </p:sp>
      <p:sp>
        <p:nvSpPr>
          <p:cNvPr id="56" name="竖排文字占位符"/>
          <p:cNvSpPr>
            <a:spLocks noGrp="1"/>
          </p:cNvSpPr>
          <p:nvPr>
            <p:ph type="body" orient="vert" idx="1"/>
          </p:nvPr>
        </p:nvSpPr>
        <p:spPr>
          <a:xfrm>
            <a:off x="838200" y="1825625"/>
            <a:ext cx="10515600" cy="4351338"/>
          </a:xfrm>
          <a:prstGeom prst="rect">
            <a:avLst/>
          </a:prstGeom>
        </p:spPr>
        <p:txBody>
          <a:bodyPr vert="eaVert">
            <a:noAutofit/>
          </a:bodyPr>
          <a:lstStyle>
            <a:lvl1pPr marL="228600" indent="-228600" defTabSz="914400" eaLnBrk="1" fontAlgn="auto" latinLnBrk="0" hangingPunct="1"/>
            <a:lvl2pPr marL="685800" indent="-228600" defTabSz="914400" fontAlgn="auto" hangingPunct="1"/>
          </a:lstStyle>
          <a:p>
            <a:pPr marL="228600" indent="-228600"/>
            <a:r>
              <a:rPr lang="zh-CN" altLang="en-US"/>
              <a:t>单击此处编辑母版文本样式</a:t>
            </a:r>
            <a:endParaRPr lang="en-US" altLang="zh-CN"/>
          </a:p>
          <a:p>
            <a:pPr marL="685800" lvl="1" indent="-228600"/>
            <a:r>
              <a:rPr lang="zh-CN" altLang="en-US"/>
              <a:t>二级</a:t>
            </a:r>
            <a:endParaRPr lang="en-US" altLang="zh-CN"/>
          </a:p>
          <a:p>
            <a:pPr marL="1143000" lvl="2" indent="-228600"/>
            <a:r>
              <a:rPr lang="zh-CN" altLang="en-US"/>
              <a:t>三级</a:t>
            </a:r>
            <a:endParaRPr lang="en-US" altLang="zh-CN"/>
          </a:p>
          <a:p>
            <a:pPr lvl="3"/>
            <a:r>
              <a:rPr lang="zh-CN" altLang="en-US"/>
              <a:t>四级</a:t>
            </a:r>
            <a:endParaRPr lang="en-US" altLang="zh-CN"/>
          </a:p>
          <a:p>
            <a:pPr lvl="4"/>
            <a:r>
              <a:rPr lang="zh-CN" altLang="en-US"/>
              <a:t>五级</a:t>
            </a:r>
          </a:p>
        </p:txBody>
      </p:sp>
      <p:sp>
        <p:nvSpPr>
          <p:cNvPr id="57" name="日期占位符"/>
          <p:cNvSpPr>
            <a:spLocks noGrp="1"/>
          </p:cNvSpPr>
          <p:nvPr>
            <p:ph type="dt" idx="10"/>
          </p:nvPr>
        </p:nvSpPr>
        <p:spPr>
          <a:xfrm>
            <a:off x="838200" y="6356350"/>
            <a:ext cx="2743199"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fld id="{CAD2D6BD-DE1B-4B5F-8B41-2702339687B9}" type="datetime5">
              <a:rPr lang="zh-CN" altLang="en-US"/>
              <a:t>2025/11/18</a:t>
            </a:fld>
            <a:endParaRPr lang="zh-CN" altLang="en-US"/>
          </a:p>
        </p:txBody>
      </p:sp>
      <p:sp>
        <p:nvSpPr>
          <p:cNvPr id="58" name="页脚占位符"/>
          <p:cNvSpPr>
            <a:spLocks noGrp="1"/>
          </p:cNvSpPr>
          <p:nvPr>
            <p:ph type="ftr" idx="11"/>
          </p:nvPr>
        </p:nvSpPr>
        <p:spPr>
          <a:xfrm>
            <a:off x="4038600" y="6356350"/>
            <a:ext cx="4114798"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endParaRPr lang="zh-CN" altLang="en-US"/>
          </a:p>
        </p:txBody>
      </p:sp>
      <p:sp>
        <p:nvSpPr>
          <p:cNvPr id="59" name="编号占位符"/>
          <p:cNvSpPr>
            <a:spLocks noGrp="1"/>
          </p:cNvSpPr>
          <p:nvPr>
            <p:ph type="sldNum" idx="12"/>
          </p:nvPr>
        </p:nvSpPr>
        <p:spPr>
          <a:xfrm>
            <a:off x="8610600" y="6356350"/>
            <a:ext cx="2743200"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fld id="{CAD2D6BD-DE1B-4B5F-8B41-2702339687B9}"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advTm="3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60" name="竖排标题"/>
          <p:cNvSpPr>
            <a:spLocks noGrp="1"/>
          </p:cNvSpPr>
          <p:nvPr>
            <p:ph type="title" orient="vert"/>
          </p:nvPr>
        </p:nvSpPr>
        <p:spPr>
          <a:xfrm>
            <a:off x="8724900" y="365125"/>
            <a:ext cx="2628900" cy="5811838"/>
          </a:xfrm>
          <a:prstGeom prst="rect">
            <a:avLst/>
          </a:prstGeom>
        </p:spPr>
        <p:txBody>
          <a:bodyPr vert="eaVert">
            <a:noAutofit/>
          </a:bodyPr>
          <a:lstStyle>
            <a:lvl1pPr marL="0" indent="0" defTabSz="914400" eaLnBrk="1" fontAlgn="auto" latinLnBrk="0" hangingPunct="1"/>
          </a:lstStyle>
          <a:p>
            <a:pPr marL="0" indent="0"/>
            <a:r>
              <a:rPr lang="zh-CN" altLang="en-US"/>
              <a:t>单击此处编辑母版标题样式</a:t>
            </a:r>
          </a:p>
        </p:txBody>
      </p:sp>
      <p:sp>
        <p:nvSpPr>
          <p:cNvPr id="61" name="竖排文字占位符"/>
          <p:cNvSpPr>
            <a:spLocks noGrp="1"/>
          </p:cNvSpPr>
          <p:nvPr>
            <p:ph type="body" orient="vert" idx="1"/>
          </p:nvPr>
        </p:nvSpPr>
        <p:spPr>
          <a:xfrm>
            <a:off x="838200" y="365125"/>
            <a:ext cx="7734300" cy="5811838"/>
          </a:xfrm>
          <a:prstGeom prst="rect">
            <a:avLst/>
          </a:prstGeom>
        </p:spPr>
        <p:txBody>
          <a:bodyPr vert="eaVert">
            <a:noAutofit/>
          </a:bodyPr>
          <a:lstStyle>
            <a:lvl1pPr marL="228600" indent="-228600" defTabSz="914400" eaLnBrk="1" fontAlgn="auto" latinLnBrk="0" hangingPunct="1"/>
            <a:lvl2pPr marL="685800" indent="-228600" defTabSz="914400" fontAlgn="auto" hangingPunct="1"/>
          </a:lstStyle>
          <a:p>
            <a:pPr marL="228600" indent="-228600"/>
            <a:r>
              <a:rPr lang="zh-CN" altLang="en-US"/>
              <a:t>单击此处编辑母版文本样式</a:t>
            </a:r>
            <a:endParaRPr lang="en-US" altLang="zh-CN"/>
          </a:p>
          <a:p>
            <a:pPr marL="685800" lvl="1" indent="-228600"/>
            <a:r>
              <a:rPr lang="zh-CN" altLang="en-US"/>
              <a:t>二级</a:t>
            </a:r>
            <a:endParaRPr lang="en-US" altLang="zh-CN"/>
          </a:p>
          <a:p>
            <a:pPr marL="1143000" lvl="2" indent="-228600"/>
            <a:r>
              <a:rPr lang="zh-CN" altLang="en-US"/>
              <a:t>三级</a:t>
            </a:r>
            <a:endParaRPr lang="en-US" altLang="zh-CN"/>
          </a:p>
          <a:p>
            <a:pPr lvl="3"/>
            <a:r>
              <a:rPr lang="zh-CN" altLang="en-US"/>
              <a:t>四级</a:t>
            </a:r>
            <a:endParaRPr lang="en-US" altLang="zh-CN"/>
          </a:p>
          <a:p>
            <a:pPr lvl="4"/>
            <a:r>
              <a:rPr lang="zh-CN" altLang="en-US"/>
              <a:t>五级</a:t>
            </a:r>
          </a:p>
        </p:txBody>
      </p:sp>
      <p:sp>
        <p:nvSpPr>
          <p:cNvPr id="62" name="日期占位符"/>
          <p:cNvSpPr>
            <a:spLocks noGrp="1"/>
          </p:cNvSpPr>
          <p:nvPr>
            <p:ph type="dt" idx="10"/>
          </p:nvPr>
        </p:nvSpPr>
        <p:spPr>
          <a:xfrm>
            <a:off x="838200" y="6356350"/>
            <a:ext cx="2743199"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fld id="{CAD2D6BD-DE1B-4B5F-8B41-2702339687B9}" type="datetime5">
              <a:rPr lang="zh-CN" altLang="en-US"/>
              <a:t>2025/11/18</a:t>
            </a:fld>
            <a:endParaRPr lang="zh-CN" altLang="en-US"/>
          </a:p>
        </p:txBody>
      </p:sp>
      <p:sp>
        <p:nvSpPr>
          <p:cNvPr id="63" name="页脚占位符"/>
          <p:cNvSpPr>
            <a:spLocks noGrp="1"/>
          </p:cNvSpPr>
          <p:nvPr>
            <p:ph type="ftr" idx="11"/>
          </p:nvPr>
        </p:nvSpPr>
        <p:spPr>
          <a:xfrm>
            <a:off x="4038600" y="6356350"/>
            <a:ext cx="4114798"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endParaRPr lang="zh-CN" altLang="en-US"/>
          </a:p>
        </p:txBody>
      </p:sp>
      <p:sp>
        <p:nvSpPr>
          <p:cNvPr id="64" name="编号占位符"/>
          <p:cNvSpPr>
            <a:spLocks noGrp="1"/>
          </p:cNvSpPr>
          <p:nvPr>
            <p:ph type="sldNum" idx="12"/>
          </p:nvPr>
        </p:nvSpPr>
        <p:spPr>
          <a:xfrm>
            <a:off x="8610600" y="6356350"/>
            <a:ext cx="2743200" cy="365124"/>
          </a:xfrm>
          <a:prstGeom prst="rect">
            <a:avLst/>
          </a:prstGeom>
        </p:spPr>
        <p:txBody>
          <a:bodyPr/>
          <a:lstStyle>
            <a:lvl1pPr marL="0" indent="0" defTabSz="914400" eaLnBrk="1" fontAlgn="auto" latinLnBrk="0" hangingPunct="1">
              <a:defRPr>
                <a:latin typeface="字魂59号-创粗黑" charset="0"/>
                <a:ea typeface="字魂59号-创粗黑" charset="0"/>
                <a:cs typeface="字魂59号-创粗黑" charset="0"/>
              </a:defRPr>
            </a:lvl1pPr>
          </a:lstStyle>
          <a:p>
            <a:pPr marL="0" indent="0"/>
            <a:fld id="{CAD2D6BD-DE1B-4B5F-8B41-2702339687B9}"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advTm="300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p:cNvSpPr>
            <a:spLocks noGrp="1"/>
          </p:cNvSpPr>
          <p:nvPr>
            <p:ph type="title"/>
          </p:nvPr>
        </p:nvSpPr>
        <p:spPr>
          <a:xfrm>
            <a:off x="838200" y="365125"/>
            <a:ext cx="10515600" cy="1325563"/>
          </a:xfrm>
          <a:prstGeom prst="rect">
            <a:avLst/>
          </a:prstGeom>
          <a:noFill/>
          <a:ln w="9525" cap="flat" cmpd="sng">
            <a:noFill/>
            <a:prstDash val="solid"/>
            <a:miter/>
          </a:ln>
        </p:spPr>
        <p:txBody>
          <a:bodyPr vert="horz" wrap="square" lIns="91440" tIns="45720" rIns="91440" bIns="45720" anchor="ctr" anchorCtr="0">
            <a:normAutofit/>
          </a:bodyPr>
          <a:lstStyle/>
          <a:p>
            <a:r>
              <a:rPr lang="zh-CN" altLang="en-US"/>
              <a:t>单击此处编辑母版标题样式</a:t>
            </a:r>
          </a:p>
        </p:txBody>
      </p:sp>
      <p:sp>
        <p:nvSpPr>
          <p:cNvPr id="3" name="文本"/>
          <p:cNvSpPr>
            <a:spLocks noGrp="1"/>
          </p:cNvSpPr>
          <p:nvPr>
            <p:ph type="body" idx="1"/>
          </p:nvPr>
        </p:nvSpPr>
        <p:spPr>
          <a:xfrm>
            <a:off x="838200" y="1825625"/>
            <a:ext cx="10515600" cy="4351338"/>
          </a:xfrm>
          <a:prstGeom prst="rect">
            <a:avLst/>
          </a:prstGeom>
          <a:noFill/>
          <a:ln w="9525" cap="flat" cmpd="sng">
            <a:noFill/>
            <a:prstDash val="solid"/>
            <a:miter/>
          </a:ln>
        </p:spPr>
        <p:txBody>
          <a:bodyPr vert="horz" wrap="square" lIns="91440" tIns="45720" rIns="91440" bIns="45720" anchor="t" anchorCtr="0">
            <a:normAutofit/>
          </a:bodyPr>
          <a:lstStyle/>
          <a:p>
            <a:r>
              <a:rPr lang="zh-CN" altLang="en-US"/>
              <a:t>单击此处编辑母版文本样式</a:t>
            </a:r>
            <a:endParaRPr lang="en-US" altLang="zh-CN"/>
          </a:p>
          <a:p>
            <a:pPr lvl="1"/>
            <a:r>
              <a:rPr lang="zh-CN" altLang="en-US"/>
              <a:t>二级</a:t>
            </a:r>
            <a:endParaRPr lang="en-US" altLang="zh-CN"/>
          </a:p>
          <a:p>
            <a:pPr lvl="2"/>
            <a:r>
              <a:rPr lang="zh-CN" altLang="en-US"/>
              <a:t>三级</a:t>
            </a:r>
            <a:endParaRPr lang="en-US" altLang="zh-CN"/>
          </a:p>
          <a:p>
            <a:pPr lvl="3"/>
            <a:r>
              <a:rPr lang="zh-CN" altLang="en-US"/>
              <a:t>四级</a:t>
            </a:r>
            <a:endParaRPr lang="en-US" altLang="zh-CN"/>
          </a:p>
          <a:p>
            <a:pPr lvl="4"/>
            <a:r>
              <a:rPr lang="zh-CN" altLang="en-US"/>
              <a:t>五级</a:t>
            </a:r>
          </a:p>
        </p:txBody>
      </p:sp>
      <p:sp>
        <p:nvSpPr>
          <p:cNvPr id="4" name="日期占位符"/>
          <p:cNvSpPr>
            <a:spLocks noGrp="1"/>
          </p:cNvSpPr>
          <p:nvPr>
            <p:ph type="dt" idx="2"/>
          </p:nvPr>
        </p:nvSpPr>
        <p:spPr>
          <a:xfrm>
            <a:off x="838200" y="6356350"/>
            <a:ext cx="2743199" cy="365124"/>
          </a:xfrm>
          <a:prstGeom prst="rect">
            <a:avLst/>
          </a:prstGeom>
          <a:noFill/>
          <a:ln w="9525" cap="flat" cmpd="sng">
            <a:noFill/>
            <a:prstDash val="solid"/>
            <a:miter/>
          </a:ln>
        </p:spPr>
        <p:txBody>
          <a:bodyPr vert="horz" wrap="square" lIns="91440" tIns="45720" rIns="91440" bIns="45720" anchor="ctr" anchorCtr="0">
            <a:noAutofit/>
          </a:bodyPr>
          <a:lstStyle>
            <a:lvl1pPr algn="l" defTabSz="914400" eaLnBrk="1" fontAlgn="base" latinLnBrk="0" hangingPunct="0">
              <a:defRPr sz="1200">
                <a:solidFill>
                  <a:srgbClr val="898989"/>
                </a:solidFill>
                <a:latin typeface="字魂59号-创粗黑" charset="0"/>
                <a:ea typeface="字魂59号-创粗黑" charset="0"/>
                <a:cs typeface="字魂59号-创粗黑" charset="0"/>
              </a:defRPr>
            </a:lvl1pPr>
          </a:lstStyle>
          <a:p>
            <a:fld id="{CAD2D6BD-DE1B-4B5F-8B41-2702339687B9}" type="datetime5">
              <a:rPr lang="zh-CN" altLang="en-US"/>
              <a:t>2025/11/18</a:t>
            </a:fld>
            <a:endParaRPr lang="zh-CN" altLang="en-US"/>
          </a:p>
        </p:txBody>
      </p:sp>
      <p:sp>
        <p:nvSpPr>
          <p:cNvPr id="5" name="页脚占位符"/>
          <p:cNvSpPr>
            <a:spLocks noGrp="1"/>
          </p:cNvSpPr>
          <p:nvPr>
            <p:ph type="ftr" idx="3"/>
          </p:nvPr>
        </p:nvSpPr>
        <p:spPr>
          <a:xfrm>
            <a:off x="4038600" y="6356350"/>
            <a:ext cx="4114798" cy="365124"/>
          </a:xfrm>
          <a:prstGeom prst="rect">
            <a:avLst/>
          </a:prstGeom>
          <a:noFill/>
          <a:ln w="9525" cap="flat" cmpd="sng">
            <a:noFill/>
            <a:prstDash val="solid"/>
            <a:miter/>
          </a:ln>
        </p:spPr>
        <p:txBody>
          <a:bodyPr vert="horz" wrap="square" lIns="91440" tIns="45720" rIns="91440" bIns="45720" anchor="ctr" anchorCtr="0">
            <a:noAutofit/>
          </a:bodyPr>
          <a:lstStyle>
            <a:lvl1pPr algn="ctr" defTabSz="914400" eaLnBrk="1" fontAlgn="base" latinLnBrk="0" hangingPunct="0">
              <a:defRPr sz="1200">
                <a:solidFill>
                  <a:srgbClr val="898989"/>
                </a:solidFill>
                <a:latin typeface="字魂59号-创粗黑" charset="0"/>
                <a:ea typeface="字魂59号-创粗黑" charset="0"/>
                <a:cs typeface="字魂59号-创粗黑" charset="0"/>
              </a:defRPr>
            </a:lvl1pPr>
          </a:lstStyle>
          <a:p>
            <a:endParaRPr lang="zh-CN" altLang="en-US"/>
          </a:p>
        </p:txBody>
      </p:sp>
      <p:sp>
        <p:nvSpPr>
          <p:cNvPr id="6" name="编号占位符"/>
          <p:cNvSpPr>
            <a:spLocks noGrp="1"/>
          </p:cNvSpPr>
          <p:nvPr>
            <p:ph type="sldNum" idx="4"/>
          </p:nvPr>
        </p:nvSpPr>
        <p:spPr>
          <a:xfrm>
            <a:off x="8610600" y="6356350"/>
            <a:ext cx="2743200" cy="365124"/>
          </a:xfrm>
          <a:prstGeom prst="rect">
            <a:avLst/>
          </a:prstGeom>
          <a:noFill/>
          <a:ln w="9525" cap="flat" cmpd="sng">
            <a:noFill/>
            <a:prstDash val="solid"/>
            <a:miter/>
          </a:ln>
        </p:spPr>
        <p:txBody>
          <a:bodyPr vert="horz" wrap="square" lIns="91440" tIns="45720" rIns="91440" bIns="45720" anchor="ctr" anchorCtr="0">
            <a:noAutofit/>
          </a:bodyPr>
          <a:lstStyle>
            <a:lvl1pPr algn="r" defTabSz="914400" eaLnBrk="1" fontAlgn="base" latinLnBrk="0" hangingPunct="0">
              <a:defRPr sz="1200">
                <a:solidFill>
                  <a:srgbClr val="898989"/>
                </a:solidFill>
                <a:latin typeface="字魂59号-创粗黑" charset="0"/>
                <a:ea typeface="字魂59号-创粗黑" charset="0"/>
                <a:cs typeface="字魂59号-创粗黑" charset="0"/>
              </a:defRPr>
            </a:lvl1pPr>
          </a:lstStyle>
          <a:p>
            <a:fld id="{CAD2D6BD-DE1B-4B5F-8B41-2702339687B9}"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500" advTm="3000">
        <p:random/>
      </p:transition>
    </mc:Choice>
    <mc:Fallback xmlns="">
      <p:transition advTm="3000">
        <p:random/>
      </p:transition>
    </mc:Fallback>
  </mc:AlternateContent>
  <p:txStyles>
    <p:titleStyle>
      <a:lvl1pPr marL="0" indent="0" algn="l" defTabSz="914400" eaLnBrk="1" fontAlgn="auto" latinLnBrk="0" hangingPunct="1">
        <a:lnSpc>
          <a:spcPct val="90000"/>
        </a:lnSpc>
        <a:spcBef>
          <a:spcPts val="0"/>
        </a:spcBef>
        <a:buNone/>
        <a:defRPr sz="4400" kern="1200">
          <a:solidFill>
            <a:schemeClr val="tx1"/>
          </a:solidFill>
          <a:latin typeface="字魂59号-创粗黑" charset="0"/>
          <a:ea typeface="字魂59号-创粗黑" charset="0"/>
          <a:cs typeface="字魂59号-创粗黑" charset="0"/>
        </a:defRPr>
      </a:lvl1pPr>
    </p:titleStyle>
    <p:bodyStyle>
      <a:lvl1pPr marL="228600" indent="-228600" algn="l" defTabSz="914400" eaLnBrk="1" fontAlgn="auto" latinLnBrk="0" hangingPunct="1">
        <a:lnSpc>
          <a:spcPct val="90000"/>
        </a:lnSpc>
        <a:spcBef>
          <a:spcPts val="1000"/>
        </a:spcBef>
        <a:buFont typeface="Arial" panose="020B0604020202020204" pitchFamily="34" charset="0"/>
        <a:buChar char="•"/>
        <a:defRPr sz="2800" kern="1200">
          <a:solidFill>
            <a:schemeClr val="tx1"/>
          </a:solidFill>
          <a:latin typeface="字魂59号-创粗黑" charset="0"/>
          <a:ea typeface="字魂59号-创粗黑" charset="0"/>
          <a:cs typeface="字魂59号-创粗黑" charset="0"/>
        </a:defRPr>
      </a:lvl1pPr>
      <a:lvl2pPr marL="685800" indent="-228600" algn="l" defTabSz="914400" eaLnBrk="1" fontAlgn="auto" latinLnBrk="0" hangingPunct="1">
        <a:lnSpc>
          <a:spcPct val="90000"/>
        </a:lnSpc>
        <a:spcBef>
          <a:spcPts val="500"/>
        </a:spcBef>
        <a:buFont typeface="Arial" panose="020B0604020202020204" pitchFamily="34" charset="0"/>
        <a:buChar char="•"/>
        <a:defRPr sz="2400" kern="1200">
          <a:solidFill>
            <a:schemeClr val="tx1"/>
          </a:solidFill>
          <a:latin typeface="字魂59号-创粗黑" charset="0"/>
          <a:ea typeface="字魂59号-创粗黑" charset="0"/>
          <a:cs typeface="字魂59号-创粗黑" charset="0"/>
        </a:defRPr>
      </a:lvl2pPr>
      <a:lvl3pPr marL="1143000" indent="-228600" algn="l" defTabSz="914400" eaLnBrk="1" fontAlgn="auto" latinLnBrk="0" hangingPunct="1">
        <a:lnSpc>
          <a:spcPct val="90000"/>
        </a:lnSpc>
        <a:spcBef>
          <a:spcPts val="500"/>
        </a:spcBef>
        <a:buFont typeface="Arial" panose="020B0604020202020204" pitchFamily="34" charset="0"/>
        <a:buChar char="•"/>
        <a:defRPr sz="2000" kern="1200">
          <a:solidFill>
            <a:schemeClr val="tx1"/>
          </a:solidFill>
          <a:latin typeface="字魂59号-创粗黑" charset="0"/>
          <a:ea typeface="字魂59号-创粗黑" charset="0"/>
          <a:cs typeface="字魂59号-创粗黑" charset="0"/>
        </a:defRPr>
      </a:lvl3pPr>
      <a:lvl4pPr marL="16002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字魂59号-创粗黑" charset="0"/>
          <a:ea typeface="字魂59号-创粗黑" charset="0"/>
          <a:cs typeface="字魂59号-创粗黑" charset="0"/>
        </a:defRPr>
      </a:lvl4pPr>
      <a:lvl5pPr marL="20574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字魂59号-创粗黑" charset="0"/>
          <a:ea typeface="字魂59号-创粗黑" charset="0"/>
          <a:cs typeface="字魂59号-创粗黑" charset="0"/>
        </a:defRPr>
      </a:lvl5pPr>
      <a:lvl6pPr marL="25146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字魂59号-创粗黑" charset="0"/>
          <a:ea typeface="字魂59号-创粗黑" charset="0"/>
          <a:cs typeface="字魂59号-创粗黑" charset="0"/>
        </a:defRPr>
      </a:lvl6pPr>
      <a:lvl7pPr marL="29718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字魂59号-创粗黑" charset="0"/>
          <a:ea typeface="字魂59号-创粗黑" charset="0"/>
          <a:cs typeface="字魂59号-创粗黑" charset="0"/>
        </a:defRPr>
      </a:lvl7pPr>
      <a:lvl8pPr marL="34290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字魂59号-创粗黑" charset="0"/>
          <a:ea typeface="字魂59号-创粗黑" charset="0"/>
          <a:cs typeface="字魂59号-创粗黑" charset="0"/>
        </a:defRPr>
      </a:lvl8pPr>
      <a:lvl9pPr marL="34290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字魂59号-创粗黑" charset="0"/>
          <a:ea typeface="字魂59号-创粗黑" charset="0"/>
          <a:cs typeface="字魂59号-创粗黑" charset="0"/>
        </a:defRPr>
      </a:lvl9pPr>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右三角"/>
          <p:cNvSpPr/>
          <p:nvPr/>
        </p:nvSpPr>
        <p:spPr>
          <a:xfrm>
            <a:off x="0" y="0"/>
            <a:ext cx="7756633" cy="6858000"/>
          </a:xfrm>
          <a:prstGeom prst="rtTriangle">
            <a:avLst/>
          </a:prstGeom>
          <a:solidFill>
            <a:srgbClr val="F4C720"/>
          </a:solidFill>
          <a:ln w="12700" cap="flat" cmpd="sng">
            <a:noFill/>
            <a:prstDash val="solid"/>
            <a:round/>
          </a:ln>
        </p:spPr>
        <p:txBody>
          <a:bodyPr rtlCol="0" anchor="ctr"/>
          <a:lstStyle/>
          <a:p>
            <a:pPr algn="ctr"/>
            <a:endParaRPr/>
          </a:p>
        </p:txBody>
      </p:sp>
      <p:sp>
        <p:nvSpPr>
          <p:cNvPr id="72" name="右三角"/>
          <p:cNvSpPr/>
          <p:nvPr/>
        </p:nvSpPr>
        <p:spPr>
          <a:xfrm flipV="1">
            <a:off x="0" y="-1"/>
            <a:ext cx="6537434" cy="6858000"/>
          </a:xfrm>
          <a:prstGeom prst="rtTriangle">
            <a:avLst/>
          </a:prstGeom>
          <a:solidFill>
            <a:srgbClr val="EB6363"/>
          </a:solidFill>
          <a:ln w="12700" cap="flat" cmpd="sng">
            <a:noFill/>
            <a:prstDash val="solid"/>
            <a:round/>
          </a:ln>
        </p:spPr>
        <p:txBody>
          <a:bodyPr rtlCol="0" anchor="ctr"/>
          <a:lstStyle/>
          <a:p>
            <a:pPr algn="ctr"/>
            <a:endParaRPr/>
          </a:p>
        </p:txBody>
      </p:sp>
      <p:sp>
        <p:nvSpPr>
          <p:cNvPr id="73" name="右三角"/>
          <p:cNvSpPr/>
          <p:nvPr/>
        </p:nvSpPr>
        <p:spPr>
          <a:xfrm rot="18813200">
            <a:off x="3050085" y="-1493634"/>
            <a:ext cx="2847629" cy="2987263"/>
          </a:xfrm>
          <a:prstGeom prst="rtTriangle">
            <a:avLst/>
          </a:prstGeom>
          <a:solidFill>
            <a:srgbClr val="E9E7E8"/>
          </a:solidFill>
          <a:ln w="12700" cap="flat" cmpd="sng">
            <a:noFill/>
            <a:prstDash val="solid"/>
            <a:round/>
          </a:ln>
        </p:spPr>
        <p:txBody>
          <a:bodyPr rtlCol="0" anchor="ctr"/>
          <a:lstStyle/>
          <a:p>
            <a:pPr algn="ctr"/>
            <a:endParaRPr/>
          </a:p>
        </p:txBody>
      </p:sp>
      <p:sp>
        <p:nvSpPr>
          <p:cNvPr id="74" name="矩形"/>
          <p:cNvSpPr/>
          <p:nvPr/>
        </p:nvSpPr>
        <p:spPr>
          <a:xfrm flipH="1">
            <a:off x="5387231" y="2581989"/>
            <a:ext cx="6177835" cy="1278254"/>
          </a:xfrm>
          <a:prstGeom prst="rect">
            <a:avLst/>
          </a:prstGeom>
          <a:noFill/>
          <a:ln w="9525" cap="flat" cmpd="sng">
            <a:noFill/>
            <a:prstDash val="solid"/>
            <a:bevel/>
          </a:ln>
        </p:spPr>
        <p:txBody>
          <a:bodyPr vert="horz" wrap="square" lIns="68580" tIns="34290" rIns="68580" bIns="34290" anchor="t" anchorCtr="0">
            <a:spAutoFit/>
          </a:bodyPr>
          <a:lstStyle/>
          <a:p>
            <a:pPr marL="0" indent="0" algn="ctr">
              <a:lnSpc>
                <a:spcPct val="100000"/>
              </a:lnSpc>
              <a:spcBef>
                <a:spcPts val="0"/>
              </a:spcBef>
              <a:spcAft>
                <a:spcPts val="0"/>
              </a:spcAft>
              <a:buNone/>
            </a:pPr>
            <a:r>
              <a:rPr lang="en-US" altLang="zh-CN" sz="8000" b="1" i="0" u="none" strike="noStrike" kern="1200" cap="none" spc="0" baseline="0">
                <a:solidFill>
                  <a:schemeClr val="tx1"/>
                </a:solidFill>
                <a:latin typeface="Times New Roman" panose="02020603050405020304" charset="0"/>
                <a:ea typeface="宋体" panose="02010600030101010101" pitchFamily="2" charset="-122"/>
                <a:cs typeface="TechnicLite" panose="00000400000000000000" charset="0"/>
              </a:rPr>
              <a:t>Paper cutting</a:t>
            </a:r>
            <a:endParaRPr lang="zh-CN" altLang="en-US" sz="8000" b="1" i="0" u="none" strike="noStrike" kern="1200" cap="none" spc="0" baseline="0">
              <a:solidFill>
                <a:schemeClr val="tx1"/>
              </a:solidFill>
              <a:latin typeface="Times New Roman" panose="02020603050405020304" charset="0"/>
              <a:ea typeface="宋体" panose="02010600030101010101" pitchFamily="2" charset="-122"/>
              <a:cs typeface="TechnicLite" panose="00000400000000000000" charset="0"/>
            </a:endParaRPr>
          </a:p>
        </p:txBody>
      </p:sp>
      <p:sp>
        <p:nvSpPr>
          <p:cNvPr id="75" name="矩形"/>
          <p:cNvSpPr/>
          <p:nvPr/>
        </p:nvSpPr>
        <p:spPr>
          <a:xfrm flipH="1">
            <a:off x="7655079" y="4774095"/>
            <a:ext cx="3463583" cy="560705"/>
          </a:xfrm>
          <a:prstGeom prst="rect">
            <a:avLst/>
          </a:prstGeom>
          <a:noFill/>
          <a:ln w="9525" cap="flat" cmpd="sng">
            <a:noFill/>
            <a:prstDash val="solid"/>
            <a:bevel/>
          </a:ln>
        </p:spPr>
        <p:txBody>
          <a:bodyPr vert="horz" wrap="square" lIns="68580" tIns="34290" rIns="68580" bIns="34290" anchor="t" anchorCtr="0">
            <a:spAutoFit/>
          </a:bodyPr>
          <a:lstStyle/>
          <a:p>
            <a:pPr marL="0" indent="0" algn="ctr" eaLnBrk="0" latinLnBrk="0" hangingPunct="0">
              <a:lnSpc>
                <a:spcPct val="100000"/>
              </a:lnSpc>
              <a:spcBef>
                <a:spcPts val="0"/>
              </a:spcBef>
              <a:spcAft>
                <a:spcPts val="0"/>
              </a:spcAft>
              <a:buNone/>
            </a:pPr>
            <a:r>
              <a:rPr lang="zh-CN" altLang="en-US" sz="3200" b="0" i="0" u="none" strike="noStrike" kern="1200" cap="none" spc="0" baseline="0">
                <a:solidFill>
                  <a:schemeClr val="tx1"/>
                </a:solidFill>
                <a:latin typeface="字魂105号-简雅黑" pitchFamily="2" charset="-122"/>
                <a:ea typeface="字魂105号-简雅黑" pitchFamily="2" charset="-122"/>
                <a:cs typeface="字魂59号-创粗黑" charset="0"/>
              </a:rPr>
              <a:t>石辰琪</a:t>
            </a:r>
            <a:endParaRPr lang="en-US" altLang="zh-CN" sz="3200" b="0" i="0" u="none" strike="noStrike" kern="1200" cap="none" spc="0" baseline="0" dirty="0">
              <a:solidFill>
                <a:schemeClr val="tx1"/>
              </a:solidFill>
              <a:latin typeface="字魂105号-简雅黑" pitchFamily="2" charset="-122"/>
              <a:ea typeface="字魂105号-简雅黑" pitchFamily="2" charset="-122"/>
              <a:cs typeface="字魂59号-创粗黑" charset="0"/>
            </a:endParaRPr>
          </a:p>
        </p:txBody>
      </p:sp>
      <p:sp>
        <p:nvSpPr>
          <p:cNvPr id="76" name="十字形"/>
          <p:cNvSpPr/>
          <p:nvPr/>
        </p:nvSpPr>
        <p:spPr>
          <a:xfrm rot="3527218">
            <a:off x="877306" y="1020449"/>
            <a:ext cx="248753" cy="248753"/>
          </a:xfrm>
          <a:prstGeom prst="plus">
            <a:avLst>
              <a:gd name="adj" fmla="val 40217"/>
            </a:avLst>
          </a:prstGeom>
          <a:solidFill>
            <a:schemeClr val="tx1"/>
          </a:solidFill>
          <a:ln w="12700" cap="flat" cmpd="sng">
            <a:noFill/>
            <a:prstDash val="solid"/>
            <a:round/>
          </a:ln>
        </p:spPr>
        <p:txBody>
          <a:bodyPr rtlCol="0" anchor="ctr"/>
          <a:lstStyle/>
          <a:p>
            <a:pPr algn="ctr"/>
            <a:endParaRPr/>
          </a:p>
        </p:txBody>
      </p:sp>
      <p:sp>
        <p:nvSpPr>
          <p:cNvPr id="77" name="十字形"/>
          <p:cNvSpPr/>
          <p:nvPr/>
        </p:nvSpPr>
        <p:spPr>
          <a:xfrm rot="3527218">
            <a:off x="11172728" y="5863411"/>
            <a:ext cx="248753" cy="248753"/>
          </a:xfrm>
          <a:prstGeom prst="plus">
            <a:avLst>
              <a:gd name="adj" fmla="val 40217"/>
            </a:avLst>
          </a:prstGeom>
          <a:solidFill>
            <a:schemeClr val="tx1"/>
          </a:solidFill>
          <a:ln w="12700" cap="flat" cmpd="sng">
            <a:noFill/>
            <a:prstDash val="solid"/>
            <a:round/>
          </a:ln>
        </p:spPr>
        <p:txBody>
          <a:bodyPr rtlCol="0" anchor="ctr"/>
          <a:lstStyle/>
          <a:p>
            <a:pPr algn="ctr"/>
            <a:endParaRPr/>
          </a:p>
        </p:txBody>
      </p:sp>
      <p:sp>
        <p:nvSpPr>
          <p:cNvPr id="78" name="十字形"/>
          <p:cNvSpPr/>
          <p:nvPr/>
        </p:nvSpPr>
        <p:spPr>
          <a:xfrm rot="3527218">
            <a:off x="2144682" y="6173009"/>
            <a:ext cx="131439" cy="131441"/>
          </a:xfrm>
          <a:prstGeom prst="plus">
            <a:avLst>
              <a:gd name="adj" fmla="val 40217"/>
            </a:avLst>
          </a:prstGeom>
          <a:solidFill>
            <a:schemeClr val="tx1"/>
          </a:solidFill>
          <a:ln w="12700" cap="flat" cmpd="sng">
            <a:noFill/>
            <a:prstDash val="solid"/>
            <a:round/>
          </a:ln>
        </p:spPr>
        <p:txBody>
          <a:bodyPr rtlCol="0" anchor="ctr"/>
          <a:lstStyle/>
          <a:p>
            <a:pPr algn="ctr"/>
            <a:endParaRPr/>
          </a:p>
        </p:txBody>
      </p:sp>
      <p:sp>
        <p:nvSpPr>
          <p:cNvPr id="79" name="十字形"/>
          <p:cNvSpPr/>
          <p:nvPr/>
        </p:nvSpPr>
        <p:spPr>
          <a:xfrm rot="3527218">
            <a:off x="10952222" y="822389"/>
            <a:ext cx="167643" cy="167643"/>
          </a:xfrm>
          <a:prstGeom prst="plus">
            <a:avLst>
              <a:gd name="adj" fmla="val 40217"/>
            </a:avLst>
          </a:prstGeom>
          <a:solidFill>
            <a:schemeClr val="tx1"/>
          </a:solidFill>
          <a:ln w="12700" cap="flat" cmpd="sng">
            <a:noFill/>
            <a:prstDash val="solid"/>
            <a:round/>
          </a:ln>
        </p:spPr>
        <p:txBody>
          <a:bodyPr rtlCol="0" anchor="ctr"/>
          <a:lstStyle/>
          <a:p>
            <a:pPr algn="ctr"/>
            <a:endParaRPr/>
          </a:p>
        </p:txBody>
      </p:sp>
      <p:sp>
        <p:nvSpPr>
          <p:cNvPr id="80" name="曲线"/>
          <p:cNvSpPr>
            <a:spLocks noChangeAspect="1"/>
          </p:cNvSpPr>
          <p:nvPr/>
        </p:nvSpPr>
        <p:spPr>
          <a:xfrm>
            <a:off x="1206053" y="3045055"/>
            <a:ext cx="140432" cy="246067"/>
          </a:xfrm>
          <a:custGeom>
            <a:avLst/>
            <a:gdLst>
              <a:gd name="T1" fmla="*/ 0 w 21600"/>
              <a:gd name="T2" fmla="*/ 0 h 21600"/>
              <a:gd name="T3" fmla="*/ 21600 w 21600"/>
              <a:gd name="T4" fmla="*/ 21600 h 21600"/>
            </a:gdLst>
            <a:ahLst/>
            <a:cxnLst/>
            <a:rect l="T1" t="T2" r="T3" b="T4"/>
            <a:pathLst>
              <a:path w="21600" h="21600">
                <a:moveTo>
                  <a:pt x="21494" y="7403"/>
                </a:moveTo>
                <a:cubicBezTo>
                  <a:pt x="21385" y="7280"/>
                  <a:pt x="21166" y="7201"/>
                  <a:pt x="20922" y="7201"/>
                </a:cubicBezTo>
                <a:lnTo>
                  <a:pt x="13434" y="7201"/>
                </a:lnTo>
                <a:lnTo>
                  <a:pt x="20821" y="552"/>
                </a:lnTo>
                <a:cubicBezTo>
                  <a:pt x="20943" y="442"/>
                  <a:pt x="20953" y="299"/>
                  <a:pt x="20843" y="186"/>
                </a:cubicBezTo>
                <a:cubicBezTo>
                  <a:pt x="20732" y="72"/>
                  <a:pt x="20515" y="0"/>
                  <a:pt x="20287" y="0"/>
                </a:cubicBezTo>
                <a:lnTo>
                  <a:pt x="10182" y="0"/>
                </a:lnTo>
                <a:cubicBezTo>
                  <a:pt x="9938" y="0"/>
                  <a:pt x="9720" y="75"/>
                  <a:pt x="9617" y="199"/>
                </a:cubicBezTo>
                <a:lnTo>
                  <a:pt x="138" y="10997"/>
                </a:lnTo>
                <a:cubicBezTo>
                  <a:pt x="35" y="11108"/>
                  <a:pt x="49" y="11240"/>
                  <a:pt x="166" y="11348"/>
                </a:cubicBezTo>
                <a:cubicBezTo>
                  <a:pt x="280" y="11453"/>
                  <a:pt x="483" y="11518"/>
                  <a:pt x="703" y="11518"/>
                </a:cubicBezTo>
                <a:lnTo>
                  <a:pt x="7200" y="11518"/>
                </a:lnTo>
                <a:lnTo>
                  <a:pt x="119" y="21097"/>
                </a:lnTo>
                <a:cubicBezTo>
                  <a:pt x="0" y="21264"/>
                  <a:pt x="109" y="21452"/>
                  <a:pt x="375" y="21546"/>
                </a:cubicBezTo>
                <a:cubicBezTo>
                  <a:pt x="476" y="21579"/>
                  <a:pt x="587" y="21600"/>
                  <a:pt x="703" y="21600"/>
                </a:cubicBezTo>
                <a:cubicBezTo>
                  <a:pt x="880" y="21600"/>
                  <a:pt x="1066" y="21554"/>
                  <a:pt x="1186" y="21470"/>
                </a:cubicBezTo>
                <a:lnTo>
                  <a:pt x="21405" y="7792"/>
                </a:lnTo>
                <a:cubicBezTo>
                  <a:pt x="21561" y="7685"/>
                  <a:pt x="21600" y="7532"/>
                  <a:pt x="21494" y="7403"/>
                </a:cubicBezTo>
                <a:close/>
              </a:path>
            </a:pathLst>
          </a:custGeom>
          <a:solidFill>
            <a:schemeClr val="tx1"/>
          </a:solidFill>
          <a:ln w="9525" cap="flat" cmpd="sng">
            <a:noFill/>
            <a:prstDash val="solid"/>
            <a:round/>
          </a:ln>
        </p:spPr>
        <p:txBody>
          <a:bodyPr rtlCol="0" anchor="ctr"/>
          <a:lstStyle/>
          <a:p>
            <a:pPr algn="ctr"/>
            <a:endParaRPr/>
          </a:p>
        </p:txBody>
      </p:sp>
      <p:sp>
        <p:nvSpPr>
          <p:cNvPr id="81" name="椭圆"/>
          <p:cNvSpPr/>
          <p:nvPr/>
        </p:nvSpPr>
        <p:spPr>
          <a:xfrm>
            <a:off x="7210097" y="5023945"/>
            <a:ext cx="56053" cy="56055"/>
          </a:xfrm>
          <a:prstGeom prst="ellipse">
            <a:avLst/>
          </a:prstGeom>
          <a:solidFill>
            <a:schemeClr val="tx1"/>
          </a:solidFill>
          <a:ln w="12700" cap="flat" cmpd="sng">
            <a:noFill/>
            <a:prstDash val="solid"/>
            <a:round/>
          </a:ln>
        </p:spPr>
        <p:txBody>
          <a:bodyPr rtlCol="0" anchor="ctr"/>
          <a:lstStyle/>
          <a:p>
            <a:pPr algn="ctr"/>
            <a:endParaRPr/>
          </a:p>
        </p:txBody>
      </p:sp>
      <p:sp>
        <p:nvSpPr>
          <p:cNvPr id="82" name="椭圆"/>
          <p:cNvSpPr/>
          <p:nvPr/>
        </p:nvSpPr>
        <p:spPr>
          <a:xfrm>
            <a:off x="8871937" y="6303562"/>
            <a:ext cx="50865" cy="50865"/>
          </a:xfrm>
          <a:prstGeom prst="ellipse">
            <a:avLst/>
          </a:prstGeom>
          <a:solidFill>
            <a:schemeClr val="tx1"/>
          </a:solidFill>
          <a:ln w="12700" cap="flat" cmpd="sng">
            <a:noFill/>
            <a:prstDash val="solid"/>
            <a:round/>
          </a:ln>
        </p:spPr>
        <p:txBody>
          <a:bodyPr rtlCol="0" anchor="ctr"/>
          <a:lstStyle/>
          <a:p>
            <a:pPr algn="ctr"/>
            <a:endParaRPr/>
          </a:p>
        </p:txBody>
      </p:sp>
      <p:sp>
        <p:nvSpPr>
          <p:cNvPr id="83" name="椭圆"/>
          <p:cNvSpPr/>
          <p:nvPr/>
        </p:nvSpPr>
        <p:spPr>
          <a:xfrm>
            <a:off x="2459472" y="708262"/>
            <a:ext cx="56055" cy="56054"/>
          </a:xfrm>
          <a:prstGeom prst="ellipse">
            <a:avLst/>
          </a:prstGeom>
          <a:solidFill>
            <a:schemeClr val="tx1"/>
          </a:solidFill>
          <a:ln w="12700" cap="flat" cmpd="sng">
            <a:noFill/>
            <a:prstDash val="solid"/>
            <a:round/>
          </a:ln>
        </p:spPr>
        <p:txBody>
          <a:bodyPr rtlCol="0" anchor="ctr"/>
          <a:lstStyle/>
          <a:p>
            <a:pPr algn="ctr"/>
            <a:endParaRPr/>
          </a:p>
        </p:txBody>
      </p:sp>
      <p:sp>
        <p:nvSpPr>
          <p:cNvPr id="84" name="椭圆"/>
          <p:cNvSpPr/>
          <p:nvPr/>
        </p:nvSpPr>
        <p:spPr>
          <a:xfrm>
            <a:off x="4817941" y="918687"/>
            <a:ext cx="50865" cy="50865"/>
          </a:xfrm>
          <a:prstGeom prst="ellipse">
            <a:avLst/>
          </a:prstGeom>
          <a:solidFill>
            <a:schemeClr val="tx1"/>
          </a:solidFill>
          <a:ln w="12700" cap="flat" cmpd="sng">
            <a:noFill/>
            <a:prstDash val="solid"/>
            <a:round/>
          </a:ln>
        </p:spPr>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wipe(down)">
                                      <p:cBhvr>
                                        <p:cTn id="7" dur="500"/>
                                        <p:tgtEl>
                                          <p:spTgt spid="7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5"/>
                                        </p:tgtEl>
                                        <p:attrNameLst>
                                          <p:attrName>style.visibility</p:attrName>
                                        </p:attrNameLst>
                                      </p:cBhvr>
                                      <p:to>
                                        <p:strVal val="visible"/>
                                      </p:to>
                                    </p:set>
                                    <p:animEffect transition="in" filter="wipe(down)">
                                      <p:cBhvr>
                                        <p:cTn id="10" dur="500"/>
                                        <p:tgtEl>
                                          <p:spTgt spid="7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80"/>
                                        </p:tgtEl>
                                        <p:attrNameLst>
                                          <p:attrName>style.visibility</p:attrName>
                                        </p:attrNameLst>
                                      </p:cBhvr>
                                      <p:to>
                                        <p:strVal val="visible"/>
                                      </p:to>
                                    </p:set>
                                    <p:animEffect transition="in" filter="wipe(down)">
                                      <p:cBhvr>
                                        <p:cTn id="13" dur="500"/>
                                        <p:tgtEl>
                                          <p:spTgt spid="80"/>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81"/>
                                        </p:tgtEl>
                                        <p:attrNameLst>
                                          <p:attrName>style.visibility</p:attrName>
                                        </p:attrNameLst>
                                      </p:cBhvr>
                                      <p:to>
                                        <p:strVal val="visible"/>
                                      </p:to>
                                    </p:set>
                                    <p:animEffect transition="in" filter="wipe(down)">
                                      <p:cBhvr>
                                        <p:cTn id="16" dur="500"/>
                                        <p:tgtEl>
                                          <p:spTgt spid="81"/>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82"/>
                                        </p:tgtEl>
                                        <p:attrNameLst>
                                          <p:attrName>style.visibility</p:attrName>
                                        </p:attrNameLst>
                                      </p:cBhvr>
                                      <p:to>
                                        <p:strVal val="visible"/>
                                      </p:to>
                                    </p:set>
                                    <p:animEffect transition="in" filter="wipe(down)">
                                      <p:cBhvr>
                                        <p:cTn id="19" dur="500"/>
                                        <p:tgtEl>
                                          <p:spTgt spid="8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73"/>
                                        </p:tgtEl>
                                        <p:attrNameLst>
                                          <p:attrName>style.visibility</p:attrName>
                                        </p:attrNameLst>
                                      </p:cBhvr>
                                      <p:to>
                                        <p:strVal val="visible"/>
                                      </p:to>
                                    </p:set>
                                    <p:animEffect transition="in" filter="wipe(down)">
                                      <p:cBhvr>
                                        <p:cTn id="24" dur="500"/>
                                        <p:tgtEl>
                                          <p:spTgt spid="73"/>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76"/>
                                        </p:tgtEl>
                                        <p:attrNameLst>
                                          <p:attrName>style.visibility</p:attrName>
                                        </p:attrNameLst>
                                      </p:cBhvr>
                                      <p:to>
                                        <p:strVal val="visible"/>
                                      </p:to>
                                    </p:set>
                                    <p:animEffect transition="in" filter="wipe(down)">
                                      <p:cBhvr>
                                        <p:cTn id="27" dur="500"/>
                                        <p:tgtEl>
                                          <p:spTgt spid="76"/>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71"/>
                                        </p:tgtEl>
                                        <p:attrNameLst>
                                          <p:attrName>style.visibility</p:attrName>
                                        </p:attrNameLst>
                                      </p:cBhvr>
                                      <p:to>
                                        <p:strVal val="visible"/>
                                      </p:to>
                                    </p:set>
                                    <p:animEffect transition="in" filter="wipe(down)">
                                      <p:cBhvr>
                                        <p:cTn id="30" dur="500"/>
                                        <p:tgtEl>
                                          <p:spTgt spid="71"/>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77"/>
                                        </p:tgtEl>
                                        <p:attrNameLst>
                                          <p:attrName>style.visibility</p:attrName>
                                        </p:attrNameLst>
                                      </p:cBhvr>
                                      <p:to>
                                        <p:strVal val="visible"/>
                                      </p:to>
                                    </p:set>
                                    <p:animEffect transition="in" filter="wipe(down)">
                                      <p:cBhvr>
                                        <p:cTn id="33" dur="500"/>
                                        <p:tgtEl>
                                          <p:spTgt spid="77"/>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78"/>
                                        </p:tgtEl>
                                        <p:attrNameLst>
                                          <p:attrName>style.visibility</p:attrName>
                                        </p:attrNameLst>
                                      </p:cBhvr>
                                      <p:to>
                                        <p:strVal val="visible"/>
                                      </p:to>
                                    </p:set>
                                    <p:animEffect transition="in" filter="wipe(down)">
                                      <p:cBhvr>
                                        <p:cTn id="36" dur="500"/>
                                        <p:tgtEl>
                                          <p:spTgt spid="7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79"/>
                                        </p:tgtEl>
                                        <p:attrNameLst>
                                          <p:attrName>style.visibility</p:attrName>
                                        </p:attrNameLst>
                                      </p:cBhvr>
                                      <p:to>
                                        <p:strVal val="visible"/>
                                      </p:to>
                                    </p:set>
                                    <p:animEffect transition="in" filter="wipe(down)">
                                      <p:cBhvr>
                                        <p:cTn id="41" dur="500"/>
                                        <p:tgtEl>
                                          <p:spTgt spid="79"/>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72"/>
                                        </p:tgtEl>
                                        <p:attrNameLst>
                                          <p:attrName>style.visibility</p:attrName>
                                        </p:attrNameLst>
                                      </p:cBhvr>
                                      <p:to>
                                        <p:strVal val="visible"/>
                                      </p:to>
                                    </p:set>
                                    <p:animEffect transition="in" filter="wipe(down)">
                                      <p:cBhvr>
                                        <p:cTn id="44" dur="500"/>
                                        <p:tgtEl>
                                          <p:spTgt spid="72"/>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83"/>
                                        </p:tgtEl>
                                        <p:attrNameLst>
                                          <p:attrName>style.visibility</p:attrName>
                                        </p:attrNameLst>
                                      </p:cBhvr>
                                      <p:to>
                                        <p:strVal val="visible"/>
                                      </p:to>
                                    </p:set>
                                    <p:animEffect transition="in" filter="wipe(down)">
                                      <p:cBhvr>
                                        <p:cTn id="47" dur="500"/>
                                        <p:tgtEl>
                                          <p:spTgt spid="83"/>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84"/>
                                        </p:tgtEl>
                                        <p:attrNameLst>
                                          <p:attrName>style.visibility</p:attrName>
                                        </p:attrNameLst>
                                      </p:cBhvr>
                                      <p:to>
                                        <p:strVal val="visible"/>
                                      </p:to>
                                    </p:set>
                                    <p:animEffect transition="in" filter="wipe(down)">
                                      <p:cBhvr>
                                        <p:cTn id="50"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2" grpId="0" animBg="1"/>
      <p:bldP spid="73" grpId="0" animBg="1"/>
      <p:bldP spid="74" grpId="0" animBg="1"/>
      <p:bldP spid="75" grpId="0"/>
      <p:bldP spid="76" grpId="0" animBg="1"/>
      <p:bldP spid="77" grpId="0" animBg="1"/>
      <p:bldP spid="78" grpId="0" animBg="1"/>
      <p:bldP spid="79" grpId="0" animBg="1"/>
      <p:bldP spid="80" grpId="0" animBg="1"/>
      <p:bldP spid="81" grpId="0" animBg="1"/>
      <p:bldP spid="82" grpId="0" animBg="1"/>
      <p:bldP spid="83" grpId="0" animBg="1"/>
      <p:bldP spid="8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右三角"/>
          <p:cNvSpPr/>
          <p:nvPr/>
        </p:nvSpPr>
        <p:spPr>
          <a:xfrm rot="2911169">
            <a:off x="10040883" y="969427"/>
            <a:ext cx="4302234" cy="3803805"/>
          </a:xfrm>
          <a:prstGeom prst="rtTriangle">
            <a:avLst/>
          </a:prstGeom>
          <a:solidFill>
            <a:srgbClr val="F4C720"/>
          </a:solidFill>
          <a:ln w="12700" cap="flat" cmpd="sng">
            <a:noFill/>
            <a:prstDash val="solid"/>
            <a:round/>
          </a:ln>
        </p:spPr>
        <p:txBody>
          <a:bodyPr rtlCol="0" anchor="ctr"/>
          <a:lstStyle/>
          <a:p>
            <a:pPr algn="ctr"/>
            <a:endParaRPr/>
          </a:p>
        </p:txBody>
      </p:sp>
      <p:sp>
        <p:nvSpPr>
          <p:cNvPr id="89" name="右三角"/>
          <p:cNvSpPr/>
          <p:nvPr/>
        </p:nvSpPr>
        <p:spPr>
          <a:xfrm rot="15811661" flipH="1" flipV="1">
            <a:off x="779608" y="-521388"/>
            <a:ext cx="4321971" cy="4533901"/>
          </a:xfrm>
          <a:prstGeom prst="rtTriangle">
            <a:avLst/>
          </a:prstGeom>
          <a:solidFill>
            <a:srgbClr val="EB6363"/>
          </a:solidFill>
          <a:ln w="12700" cap="flat" cmpd="sng">
            <a:noFill/>
            <a:prstDash val="solid"/>
            <a:round/>
          </a:ln>
        </p:spPr>
        <p:txBody>
          <a:bodyPr rtlCol="0" anchor="ctr"/>
          <a:lstStyle/>
          <a:p>
            <a:pPr algn="ctr"/>
            <a:endParaRPr/>
          </a:p>
        </p:txBody>
      </p:sp>
      <p:sp>
        <p:nvSpPr>
          <p:cNvPr id="90" name="右三角"/>
          <p:cNvSpPr/>
          <p:nvPr/>
        </p:nvSpPr>
        <p:spPr>
          <a:xfrm rot="16200000">
            <a:off x="-2124943" y="1532758"/>
            <a:ext cx="5546377" cy="5231108"/>
          </a:xfrm>
          <a:prstGeom prst="rtTriangle">
            <a:avLst/>
          </a:prstGeom>
          <a:solidFill>
            <a:srgbClr val="E9E7E8"/>
          </a:solidFill>
          <a:ln w="12700" cap="flat" cmpd="sng">
            <a:noFill/>
            <a:prstDash val="solid"/>
            <a:round/>
          </a:ln>
        </p:spPr>
        <p:txBody>
          <a:bodyPr rtlCol="0" anchor="ctr"/>
          <a:lstStyle/>
          <a:p>
            <a:pPr algn="ctr"/>
            <a:endParaRPr/>
          </a:p>
        </p:txBody>
      </p:sp>
      <p:pic>
        <p:nvPicPr>
          <p:cNvPr id="91" name="图片"/>
          <p:cNvPicPr>
            <a:picLocks noChangeAspect="1"/>
          </p:cNvPicPr>
          <p:nvPr/>
        </p:nvPicPr>
        <p:blipFill>
          <a:blip r:embed="rId3" cstate="print"/>
          <a:stretch>
            <a:fillRect/>
          </a:stretch>
        </p:blipFill>
        <p:spPr>
          <a:xfrm>
            <a:off x="75896" y="1369499"/>
            <a:ext cx="4426185" cy="5405847"/>
          </a:xfrm>
          <a:prstGeom prst="rect">
            <a:avLst/>
          </a:prstGeom>
          <a:noFill/>
          <a:ln w="9525" cap="flat" cmpd="sng">
            <a:noFill/>
            <a:prstDash val="solid"/>
            <a:miter/>
          </a:ln>
        </p:spPr>
      </p:pic>
      <p:sp>
        <p:nvSpPr>
          <p:cNvPr id="92" name="矩形"/>
          <p:cNvSpPr/>
          <p:nvPr/>
        </p:nvSpPr>
        <p:spPr>
          <a:xfrm>
            <a:off x="5215992" y="1451406"/>
            <a:ext cx="5593961" cy="2263140"/>
          </a:xfrm>
          <a:prstGeom prst="rect">
            <a:avLst/>
          </a:prstGeom>
          <a:noFill/>
          <a:ln w="9525"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4800" b="0" i="0" u="none" strike="noStrike" kern="1200" cap="none" spc="0" baseline="0">
                <a:solidFill>
                  <a:schemeClr val="tx1"/>
                </a:solidFill>
                <a:latin typeface="Times New Roman" panose="02020603050405020304" charset="0"/>
                <a:ea typeface="宋体" panose="02010600030101010101" pitchFamily="2" charset="-122"/>
                <a:cs typeface="Times New Roman" panose="02020603050405020304" charset="0"/>
              </a:rPr>
              <a:t>Paper cutting is one of the most ancient folk arts in China</a:t>
            </a:r>
            <a:endParaRPr lang="zh-CN" altLang="en-US" sz="4800" b="0" i="0" u="none" strike="noStrike" kern="1200" cap="none" spc="0" baseline="0">
              <a:solidFill>
                <a:schemeClr val="tx1"/>
              </a:solidFill>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advTm="3000">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矩形"/>
          <p:cNvSpPr/>
          <p:nvPr/>
        </p:nvSpPr>
        <p:spPr>
          <a:xfrm>
            <a:off x="880333" y="857666"/>
            <a:ext cx="10431335" cy="5142668"/>
          </a:xfrm>
          <a:prstGeom prst="rect">
            <a:avLst/>
          </a:prstGeom>
          <a:noFill/>
          <a:ln w="165100" cap="flat" cmpd="sng">
            <a:solidFill>
              <a:srgbClr val="F4C720"/>
            </a:solidFill>
            <a:prstDash val="solid"/>
            <a:round/>
          </a:ln>
        </p:spPr>
        <p:txBody>
          <a:bodyPr rtlCol="0" anchor="ctr"/>
          <a:lstStyle/>
          <a:p>
            <a:pPr algn="ctr"/>
            <a:endParaRPr/>
          </a:p>
        </p:txBody>
      </p:sp>
      <p:sp>
        <p:nvSpPr>
          <p:cNvPr id="97" name="矩形"/>
          <p:cNvSpPr/>
          <p:nvPr/>
        </p:nvSpPr>
        <p:spPr>
          <a:xfrm rot="5400000">
            <a:off x="8804920" y="1033470"/>
            <a:ext cx="5675630" cy="1186814"/>
          </a:xfrm>
          <a:prstGeom prst="rect">
            <a:avLst/>
          </a:prstGeom>
          <a:noFill/>
          <a:ln w="9525" cap="flat" cmpd="sng">
            <a:noFill/>
            <a:prstDash val="solid"/>
            <a:miter/>
          </a:ln>
        </p:spPr>
        <p:txBody>
          <a:bodyPr vert="horz" wrap="none" lIns="91440" tIns="45720" rIns="91440" bIns="45720" anchor="t" anchorCtr="0">
            <a:spAutoFit/>
          </a:bodyPr>
          <a:lstStyle/>
          <a:p>
            <a:pPr marL="0" indent="0" algn="l">
              <a:lnSpc>
                <a:spcPct val="100000"/>
              </a:lnSpc>
              <a:spcBef>
                <a:spcPts val="0"/>
              </a:spcBef>
              <a:spcAft>
                <a:spcPts val="0"/>
              </a:spcAft>
              <a:buNone/>
            </a:pPr>
            <a:r>
              <a:rPr lang="en-US" altLang="zh-CN" sz="7200" b="0" i="0" u="none" strike="noStrike" kern="1200" cap="none" spc="0" baseline="0">
                <a:solidFill>
                  <a:schemeClr val="tx1"/>
                </a:solidFill>
                <a:latin typeface="字魂105号-简雅黑" pitchFamily="2" charset="-122"/>
                <a:ea typeface="字魂105号-简雅黑" pitchFamily="2" charset="-122"/>
                <a:cs typeface="字魂59号-创粗黑" charset="0"/>
                <a:sym typeface="字魂105号-简雅黑" pitchFamily="2" charset="-122"/>
              </a:rPr>
              <a:t>````````````</a:t>
            </a:r>
            <a:endParaRPr lang="zh-CN" altLang="en-US" sz="7200" b="0" i="0" u="none" strike="noStrike" kern="1200" cap="none" spc="0" baseline="0">
              <a:solidFill>
                <a:schemeClr val="tx1"/>
              </a:solidFill>
              <a:latin typeface="字魂105号-简雅黑" pitchFamily="2" charset="-122"/>
              <a:ea typeface="字魂105号-简雅黑" pitchFamily="2" charset="-122"/>
              <a:cs typeface="字魂59号-创粗黑" charset="0"/>
              <a:sym typeface="字魂105号-简雅黑" pitchFamily="2" charset="-122"/>
            </a:endParaRPr>
          </a:p>
        </p:txBody>
      </p:sp>
      <p:sp>
        <p:nvSpPr>
          <p:cNvPr id="98" name="右三角"/>
          <p:cNvSpPr/>
          <p:nvPr/>
        </p:nvSpPr>
        <p:spPr>
          <a:xfrm rot="16200000" flipH="1" flipV="1">
            <a:off x="46463" y="-87386"/>
            <a:ext cx="2662272" cy="2792817"/>
          </a:xfrm>
          <a:prstGeom prst="rtTriangle">
            <a:avLst/>
          </a:prstGeom>
          <a:solidFill>
            <a:srgbClr val="EB6363"/>
          </a:solidFill>
          <a:ln w="12700" cap="flat" cmpd="sng">
            <a:noFill/>
            <a:prstDash val="solid"/>
            <a:round/>
          </a:ln>
        </p:spPr>
        <p:txBody>
          <a:bodyPr rtlCol="0" anchor="ctr"/>
          <a:lstStyle/>
          <a:p>
            <a:pPr algn="ctr"/>
            <a:endParaRPr/>
          </a:p>
        </p:txBody>
      </p:sp>
      <p:sp>
        <p:nvSpPr>
          <p:cNvPr id="99" name="右三角"/>
          <p:cNvSpPr/>
          <p:nvPr/>
        </p:nvSpPr>
        <p:spPr>
          <a:xfrm rot="16200000">
            <a:off x="9498556" y="4145776"/>
            <a:ext cx="2662272" cy="2792817"/>
          </a:xfrm>
          <a:prstGeom prst="rtTriangle">
            <a:avLst/>
          </a:prstGeom>
          <a:solidFill>
            <a:srgbClr val="EB6363"/>
          </a:solidFill>
          <a:ln w="12700" cap="flat" cmpd="sng">
            <a:noFill/>
            <a:prstDash val="solid"/>
            <a:round/>
          </a:ln>
        </p:spPr>
        <p:txBody>
          <a:bodyPr rtlCol="0" anchor="ctr"/>
          <a:lstStyle/>
          <a:p>
            <a:pPr algn="ctr"/>
            <a:endParaRPr/>
          </a:p>
        </p:txBody>
      </p:sp>
      <p:pic>
        <p:nvPicPr>
          <p:cNvPr id="100" name="图片"/>
          <p:cNvPicPr/>
          <p:nvPr/>
        </p:nvPicPr>
        <p:blipFill>
          <a:blip r:embed="rId3" cstate="print"/>
          <a:stretch>
            <a:fillRect/>
          </a:stretch>
        </p:blipFill>
        <p:spPr>
          <a:xfrm>
            <a:off x="1527303" y="1553912"/>
            <a:ext cx="3386010" cy="3322813"/>
          </a:xfrm>
          <a:prstGeom prst="rect">
            <a:avLst/>
          </a:prstGeom>
          <a:noFill/>
          <a:ln w="9525" cap="flat" cmpd="sng">
            <a:noFill/>
            <a:prstDash val="solid"/>
            <a:miter/>
          </a:ln>
        </p:spPr>
      </p:pic>
      <p:pic>
        <p:nvPicPr>
          <p:cNvPr id="101" name="图片"/>
          <p:cNvPicPr/>
          <p:nvPr/>
        </p:nvPicPr>
        <p:blipFill>
          <a:blip r:embed="rId4" cstate="print"/>
          <a:stretch>
            <a:fillRect/>
          </a:stretch>
        </p:blipFill>
        <p:spPr>
          <a:xfrm>
            <a:off x="5745150" y="920734"/>
            <a:ext cx="4655991" cy="4089336"/>
          </a:xfrm>
          <a:prstGeom prst="rect">
            <a:avLst/>
          </a:prstGeom>
          <a:noFill/>
          <a:ln w="9525" cap="flat" cmpd="sng">
            <a:noFill/>
            <a:prstDash val="solid"/>
            <a:miter/>
          </a:ln>
        </p:spPr>
      </p:pic>
      <p:sp>
        <p:nvSpPr>
          <p:cNvPr id="102" name="矩形"/>
          <p:cNvSpPr/>
          <p:nvPr/>
        </p:nvSpPr>
        <p:spPr>
          <a:xfrm>
            <a:off x="2402077" y="5224761"/>
            <a:ext cx="2963287" cy="634365"/>
          </a:xfrm>
          <a:prstGeom prst="rect">
            <a:avLst/>
          </a:prstGeom>
          <a:noFill/>
          <a:ln w="9525"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3600" b="0" i="0" u="none" strike="noStrike" kern="1200" cap="none" spc="0" baseline="0">
                <a:solidFill>
                  <a:schemeClr val="tx1"/>
                </a:solidFill>
                <a:latin typeface="Times New Roman" panose="02020603050405020304" charset="0"/>
                <a:ea typeface="宋体" panose="02010600030101010101" pitchFamily="2" charset="-122"/>
                <a:cs typeface="Times New Roman" panose="02020603050405020304" charset="0"/>
              </a:rPr>
              <a:t>Scissor </a:t>
            </a:r>
            <a:endParaRPr lang="zh-CN" altLang="en-US" sz="3600" b="0" i="0" u="none" strike="noStrike" kern="1200" cap="none" spc="0" baseline="0">
              <a:solidFill>
                <a:schemeClr val="tx1"/>
              </a:solidFill>
              <a:latin typeface="Times New Roman" panose="02020603050405020304" charset="0"/>
              <a:ea typeface="宋体" panose="02010600030101010101" pitchFamily="2" charset="-122"/>
              <a:cs typeface="Times New Roman" panose="02020603050405020304" charset="0"/>
            </a:endParaRPr>
          </a:p>
        </p:txBody>
      </p:sp>
      <p:sp>
        <p:nvSpPr>
          <p:cNvPr id="103" name="矩形"/>
          <p:cNvSpPr/>
          <p:nvPr/>
        </p:nvSpPr>
        <p:spPr>
          <a:xfrm>
            <a:off x="6758111" y="5185754"/>
            <a:ext cx="3235427" cy="634365"/>
          </a:xfrm>
          <a:prstGeom prst="rect">
            <a:avLst/>
          </a:prstGeom>
          <a:noFill/>
          <a:ln w="9525"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3600" b="0" i="0" u="none" strike="noStrike" kern="1200" cap="none" spc="0" baseline="0">
                <a:solidFill>
                  <a:schemeClr val="tx1"/>
                </a:solidFill>
                <a:latin typeface="Times New Roman" panose="02020603050405020304" charset="0"/>
                <a:ea typeface="宋体" panose="02010600030101010101" pitchFamily="2" charset="-122"/>
                <a:cs typeface="Times New Roman" panose="02020603050405020304" charset="0"/>
              </a:rPr>
              <a:t>Carving knife </a:t>
            </a:r>
            <a:endParaRPr lang="zh-CN" altLang="en-US" sz="3600" b="0" i="0" u="none" strike="noStrike" kern="1200" cap="none" spc="0" baseline="0">
              <a:solidFill>
                <a:schemeClr val="tx1"/>
              </a:solidFill>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advTm="3000">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右三角"/>
          <p:cNvSpPr/>
          <p:nvPr/>
        </p:nvSpPr>
        <p:spPr>
          <a:xfrm flipH="1">
            <a:off x="4547871" y="0"/>
            <a:ext cx="7756633" cy="6858000"/>
          </a:xfrm>
          <a:prstGeom prst="rtTriangle">
            <a:avLst/>
          </a:prstGeom>
          <a:solidFill>
            <a:srgbClr val="F4C720"/>
          </a:solidFill>
          <a:ln w="12700" cap="flat" cmpd="sng">
            <a:noFill/>
            <a:prstDash val="solid"/>
            <a:round/>
          </a:ln>
        </p:spPr>
        <p:txBody>
          <a:bodyPr rtlCol="0" anchor="ctr"/>
          <a:lstStyle/>
          <a:p>
            <a:pPr algn="ctr"/>
            <a:endParaRPr/>
          </a:p>
        </p:txBody>
      </p:sp>
      <p:sp>
        <p:nvSpPr>
          <p:cNvPr id="129" name="右三角"/>
          <p:cNvSpPr/>
          <p:nvPr/>
        </p:nvSpPr>
        <p:spPr>
          <a:xfrm flipH="1" flipV="1">
            <a:off x="8020891" y="-1"/>
            <a:ext cx="4283614" cy="6858000"/>
          </a:xfrm>
          <a:prstGeom prst="rtTriangle">
            <a:avLst/>
          </a:prstGeom>
          <a:solidFill>
            <a:srgbClr val="EB6363"/>
          </a:solidFill>
          <a:ln w="12700" cap="flat" cmpd="sng">
            <a:noFill/>
            <a:prstDash val="solid"/>
            <a:round/>
          </a:ln>
        </p:spPr>
        <p:txBody>
          <a:bodyPr rtlCol="0" anchor="ctr"/>
          <a:lstStyle/>
          <a:p>
            <a:pPr algn="ctr"/>
            <a:endParaRPr/>
          </a:p>
        </p:txBody>
      </p:sp>
      <p:sp>
        <p:nvSpPr>
          <p:cNvPr id="130" name="右三角"/>
          <p:cNvSpPr/>
          <p:nvPr/>
        </p:nvSpPr>
        <p:spPr>
          <a:xfrm flipH="1">
            <a:off x="8821137" y="3822762"/>
            <a:ext cx="4304956" cy="3903596"/>
          </a:xfrm>
          <a:prstGeom prst="rtTriangle">
            <a:avLst/>
          </a:prstGeom>
          <a:solidFill>
            <a:srgbClr val="E9E7E8"/>
          </a:solidFill>
          <a:ln w="12700" cap="flat" cmpd="sng">
            <a:noFill/>
            <a:prstDash val="solid"/>
            <a:round/>
          </a:ln>
        </p:spPr>
        <p:txBody>
          <a:bodyPr rtlCol="0" anchor="ctr"/>
          <a:lstStyle/>
          <a:p>
            <a:pPr algn="ctr"/>
            <a:endParaRPr/>
          </a:p>
        </p:txBody>
      </p:sp>
      <p:sp>
        <p:nvSpPr>
          <p:cNvPr id="131" name="十字形"/>
          <p:cNvSpPr/>
          <p:nvPr/>
        </p:nvSpPr>
        <p:spPr>
          <a:xfrm rot="3527218">
            <a:off x="826506" y="846858"/>
            <a:ext cx="248753" cy="248753"/>
          </a:xfrm>
          <a:prstGeom prst="plus">
            <a:avLst>
              <a:gd name="adj" fmla="val 40217"/>
            </a:avLst>
          </a:prstGeom>
          <a:solidFill>
            <a:schemeClr val="tx1"/>
          </a:solidFill>
          <a:ln w="12700" cap="flat" cmpd="sng">
            <a:noFill/>
            <a:prstDash val="solid"/>
            <a:round/>
          </a:ln>
        </p:spPr>
        <p:txBody>
          <a:bodyPr rtlCol="0" anchor="ctr"/>
          <a:lstStyle/>
          <a:p>
            <a:pPr algn="ctr"/>
            <a:endParaRPr/>
          </a:p>
        </p:txBody>
      </p:sp>
      <p:sp>
        <p:nvSpPr>
          <p:cNvPr id="132" name="十字形"/>
          <p:cNvSpPr/>
          <p:nvPr/>
        </p:nvSpPr>
        <p:spPr>
          <a:xfrm rot="3527218">
            <a:off x="11121928" y="5689819"/>
            <a:ext cx="248753" cy="248753"/>
          </a:xfrm>
          <a:prstGeom prst="plus">
            <a:avLst>
              <a:gd name="adj" fmla="val 40217"/>
            </a:avLst>
          </a:prstGeom>
          <a:solidFill>
            <a:schemeClr val="tx1"/>
          </a:solidFill>
          <a:ln w="12700" cap="flat" cmpd="sng">
            <a:noFill/>
            <a:prstDash val="solid"/>
            <a:round/>
          </a:ln>
        </p:spPr>
        <p:txBody>
          <a:bodyPr rtlCol="0" anchor="ctr"/>
          <a:lstStyle/>
          <a:p>
            <a:pPr algn="ctr"/>
            <a:endParaRPr/>
          </a:p>
        </p:txBody>
      </p:sp>
      <p:sp>
        <p:nvSpPr>
          <p:cNvPr id="133" name="十字形"/>
          <p:cNvSpPr/>
          <p:nvPr/>
        </p:nvSpPr>
        <p:spPr>
          <a:xfrm rot="3527218">
            <a:off x="1149806" y="5212187"/>
            <a:ext cx="131441" cy="131441"/>
          </a:xfrm>
          <a:prstGeom prst="plus">
            <a:avLst>
              <a:gd name="adj" fmla="val 40217"/>
            </a:avLst>
          </a:prstGeom>
          <a:solidFill>
            <a:schemeClr val="tx1"/>
          </a:solidFill>
          <a:ln w="12700" cap="flat" cmpd="sng">
            <a:noFill/>
            <a:prstDash val="solid"/>
            <a:round/>
          </a:ln>
        </p:spPr>
        <p:txBody>
          <a:bodyPr rtlCol="0" anchor="ctr"/>
          <a:lstStyle/>
          <a:p>
            <a:pPr algn="ctr"/>
            <a:endParaRPr/>
          </a:p>
        </p:txBody>
      </p:sp>
      <p:sp>
        <p:nvSpPr>
          <p:cNvPr id="134" name="十字形"/>
          <p:cNvSpPr/>
          <p:nvPr/>
        </p:nvSpPr>
        <p:spPr>
          <a:xfrm rot="3527218">
            <a:off x="10901422" y="648798"/>
            <a:ext cx="167643" cy="167643"/>
          </a:xfrm>
          <a:prstGeom prst="plus">
            <a:avLst>
              <a:gd name="adj" fmla="val 40217"/>
            </a:avLst>
          </a:prstGeom>
          <a:solidFill>
            <a:schemeClr val="tx1"/>
          </a:solidFill>
          <a:ln w="12700" cap="flat" cmpd="sng">
            <a:noFill/>
            <a:prstDash val="solid"/>
            <a:round/>
          </a:ln>
        </p:spPr>
        <p:txBody>
          <a:bodyPr rtlCol="0" anchor="ctr"/>
          <a:lstStyle/>
          <a:p>
            <a:pPr algn="ctr"/>
            <a:endParaRPr/>
          </a:p>
        </p:txBody>
      </p:sp>
      <p:sp>
        <p:nvSpPr>
          <p:cNvPr id="135" name="曲线"/>
          <p:cNvSpPr>
            <a:spLocks noChangeAspect="1"/>
          </p:cNvSpPr>
          <p:nvPr/>
        </p:nvSpPr>
        <p:spPr>
          <a:xfrm rot="19284020">
            <a:off x="383960" y="6164968"/>
            <a:ext cx="140434" cy="246068"/>
          </a:xfrm>
          <a:custGeom>
            <a:avLst/>
            <a:gdLst>
              <a:gd name="T1" fmla="*/ 0 w 21600"/>
              <a:gd name="T2" fmla="*/ 0 h 21600"/>
              <a:gd name="T3" fmla="*/ 21600 w 21600"/>
              <a:gd name="T4" fmla="*/ 21600 h 21600"/>
            </a:gdLst>
            <a:ahLst/>
            <a:cxnLst/>
            <a:rect l="T1" t="T2" r="T3" b="T4"/>
            <a:pathLst>
              <a:path w="21600" h="21600">
                <a:moveTo>
                  <a:pt x="21494" y="7406"/>
                </a:moveTo>
                <a:cubicBezTo>
                  <a:pt x="21388" y="7277"/>
                  <a:pt x="21166" y="7199"/>
                  <a:pt x="20922" y="7199"/>
                </a:cubicBezTo>
                <a:lnTo>
                  <a:pt x="13436" y="7199"/>
                </a:lnTo>
                <a:lnTo>
                  <a:pt x="20821" y="553"/>
                </a:lnTo>
                <a:cubicBezTo>
                  <a:pt x="20944" y="442"/>
                  <a:pt x="20954" y="298"/>
                  <a:pt x="20844" y="185"/>
                </a:cubicBezTo>
                <a:cubicBezTo>
                  <a:pt x="20732" y="71"/>
                  <a:pt x="20515" y="0"/>
                  <a:pt x="20288" y="0"/>
                </a:cubicBezTo>
                <a:lnTo>
                  <a:pt x="10181" y="0"/>
                </a:lnTo>
                <a:cubicBezTo>
                  <a:pt x="9939" y="0"/>
                  <a:pt x="9722" y="75"/>
                  <a:pt x="9614" y="198"/>
                </a:cubicBezTo>
                <a:lnTo>
                  <a:pt x="138" y="10996"/>
                </a:lnTo>
                <a:cubicBezTo>
                  <a:pt x="38" y="11108"/>
                  <a:pt x="46" y="11241"/>
                  <a:pt x="163" y="11348"/>
                </a:cubicBezTo>
                <a:cubicBezTo>
                  <a:pt x="281" y="11450"/>
                  <a:pt x="480" y="11518"/>
                  <a:pt x="705" y="11518"/>
                </a:cubicBezTo>
                <a:lnTo>
                  <a:pt x="7201" y="11518"/>
                </a:lnTo>
                <a:lnTo>
                  <a:pt x="120" y="21099"/>
                </a:lnTo>
                <a:cubicBezTo>
                  <a:pt x="0" y="21264"/>
                  <a:pt x="111" y="21454"/>
                  <a:pt x="377" y="21546"/>
                </a:cubicBezTo>
                <a:cubicBezTo>
                  <a:pt x="475" y="21579"/>
                  <a:pt x="588" y="21600"/>
                  <a:pt x="705" y="21600"/>
                </a:cubicBezTo>
                <a:cubicBezTo>
                  <a:pt x="879" y="21600"/>
                  <a:pt x="1066" y="21555"/>
                  <a:pt x="1188" y="21470"/>
                </a:cubicBezTo>
                <a:lnTo>
                  <a:pt x="21403" y="7792"/>
                </a:lnTo>
                <a:cubicBezTo>
                  <a:pt x="21561" y="7685"/>
                  <a:pt x="21600" y="7532"/>
                  <a:pt x="21494" y="7406"/>
                </a:cubicBezTo>
                <a:close/>
              </a:path>
            </a:pathLst>
          </a:custGeom>
          <a:solidFill>
            <a:schemeClr val="tx1"/>
          </a:solidFill>
          <a:ln w="9525" cap="flat" cmpd="sng">
            <a:noFill/>
            <a:prstDash val="solid"/>
            <a:round/>
          </a:ln>
        </p:spPr>
        <p:txBody>
          <a:bodyPr rtlCol="0" anchor="ctr"/>
          <a:lstStyle/>
          <a:p>
            <a:pPr algn="ctr"/>
            <a:endParaRPr/>
          </a:p>
        </p:txBody>
      </p:sp>
      <p:sp>
        <p:nvSpPr>
          <p:cNvPr id="136" name="椭圆"/>
          <p:cNvSpPr/>
          <p:nvPr/>
        </p:nvSpPr>
        <p:spPr>
          <a:xfrm>
            <a:off x="6686117" y="4799487"/>
            <a:ext cx="56053" cy="56055"/>
          </a:xfrm>
          <a:prstGeom prst="ellipse">
            <a:avLst/>
          </a:prstGeom>
          <a:solidFill>
            <a:schemeClr val="tx1"/>
          </a:solidFill>
          <a:ln w="12700" cap="flat" cmpd="sng">
            <a:noFill/>
            <a:prstDash val="solid"/>
            <a:round/>
          </a:ln>
        </p:spPr>
        <p:txBody>
          <a:bodyPr rtlCol="0" anchor="ctr"/>
          <a:lstStyle/>
          <a:p>
            <a:pPr algn="ctr"/>
            <a:endParaRPr/>
          </a:p>
        </p:txBody>
      </p:sp>
      <p:sp>
        <p:nvSpPr>
          <p:cNvPr id="137" name="椭圆"/>
          <p:cNvSpPr/>
          <p:nvPr/>
        </p:nvSpPr>
        <p:spPr>
          <a:xfrm>
            <a:off x="8821137" y="6129970"/>
            <a:ext cx="50865" cy="50865"/>
          </a:xfrm>
          <a:prstGeom prst="ellipse">
            <a:avLst/>
          </a:prstGeom>
          <a:solidFill>
            <a:schemeClr val="tx1"/>
          </a:solidFill>
          <a:ln w="12700" cap="flat" cmpd="sng">
            <a:noFill/>
            <a:prstDash val="solid"/>
            <a:round/>
          </a:ln>
        </p:spPr>
        <p:txBody>
          <a:bodyPr rtlCol="0" anchor="ctr"/>
          <a:lstStyle/>
          <a:p>
            <a:pPr algn="ctr"/>
            <a:endParaRPr/>
          </a:p>
        </p:txBody>
      </p:sp>
      <p:sp>
        <p:nvSpPr>
          <p:cNvPr id="138" name="椭圆"/>
          <p:cNvSpPr/>
          <p:nvPr/>
        </p:nvSpPr>
        <p:spPr>
          <a:xfrm>
            <a:off x="1935492" y="483804"/>
            <a:ext cx="56055" cy="56055"/>
          </a:xfrm>
          <a:prstGeom prst="ellipse">
            <a:avLst/>
          </a:prstGeom>
          <a:solidFill>
            <a:schemeClr val="tx1"/>
          </a:solidFill>
          <a:ln w="12700" cap="flat" cmpd="sng">
            <a:noFill/>
            <a:prstDash val="solid"/>
            <a:round/>
          </a:ln>
        </p:spPr>
        <p:txBody>
          <a:bodyPr rtlCol="0" anchor="ctr"/>
          <a:lstStyle/>
          <a:p>
            <a:pPr algn="ctr"/>
            <a:endParaRPr/>
          </a:p>
        </p:txBody>
      </p:sp>
      <p:sp>
        <p:nvSpPr>
          <p:cNvPr id="139" name="椭圆"/>
          <p:cNvSpPr/>
          <p:nvPr/>
        </p:nvSpPr>
        <p:spPr>
          <a:xfrm>
            <a:off x="4293961" y="694229"/>
            <a:ext cx="50865" cy="50865"/>
          </a:xfrm>
          <a:prstGeom prst="ellipse">
            <a:avLst/>
          </a:prstGeom>
          <a:solidFill>
            <a:schemeClr val="tx1"/>
          </a:solidFill>
          <a:ln w="12700" cap="flat" cmpd="sng">
            <a:noFill/>
            <a:prstDash val="solid"/>
            <a:round/>
          </a:ln>
        </p:spPr>
        <p:txBody>
          <a:bodyPr rtlCol="0" anchor="ctr"/>
          <a:lstStyle/>
          <a:p>
            <a:pPr algn="ctr"/>
            <a:endParaRPr/>
          </a:p>
        </p:txBody>
      </p:sp>
      <p:sp>
        <p:nvSpPr>
          <p:cNvPr id="140" name="十字形"/>
          <p:cNvSpPr/>
          <p:nvPr/>
        </p:nvSpPr>
        <p:spPr>
          <a:xfrm rot="3527218">
            <a:off x="3324854" y="6176421"/>
            <a:ext cx="248753" cy="248753"/>
          </a:xfrm>
          <a:prstGeom prst="plus">
            <a:avLst>
              <a:gd name="adj" fmla="val 40217"/>
            </a:avLst>
          </a:prstGeom>
          <a:solidFill>
            <a:schemeClr val="tx1"/>
          </a:solidFill>
          <a:ln w="12700" cap="flat" cmpd="sng">
            <a:noFill/>
            <a:prstDash val="solid"/>
            <a:round/>
          </a:ln>
        </p:spPr>
        <p:txBody>
          <a:bodyPr rtlCol="0" anchor="ctr"/>
          <a:lstStyle/>
          <a:p>
            <a:pPr algn="ctr"/>
            <a:endParaRPr/>
          </a:p>
        </p:txBody>
      </p:sp>
      <p:sp>
        <p:nvSpPr>
          <p:cNvPr id="141" name="椭圆"/>
          <p:cNvSpPr/>
          <p:nvPr/>
        </p:nvSpPr>
        <p:spPr>
          <a:xfrm>
            <a:off x="8398161" y="1582230"/>
            <a:ext cx="56053" cy="56052"/>
          </a:xfrm>
          <a:prstGeom prst="ellipse">
            <a:avLst/>
          </a:prstGeom>
          <a:solidFill>
            <a:schemeClr val="tx1"/>
          </a:solidFill>
          <a:ln w="12700" cap="flat" cmpd="sng">
            <a:noFill/>
            <a:prstDash val="solid"/>
            <a:round/>
          </a:ln>
        </p:spPr>
        <p:txBody>
          <a:bodyPr rtlCol="0" anchor="ctr"/>
          <a:lstStyle/>
          <a:p>
            <a:pPr algn="ctr"/>
            <a:endParaRPr/>
          </a:p>
        </p:txBody>
      </p:sp>
      <p:sp>
        <p:nvSpPr>
          <p:cNvPr id="142" name="椭圆"/>
          <p:cNvSpPr/>
          <p:nvPr/>
        </p:nvSpPr>
        <p:spPr>
          <a:xfrm>
            <a:off x="10060001" y="2861847"/>
            <a:ext cx="50865" cy="50866"/>
          </a:xfrm>
          <a:prstGeom prst="ellipse">
            <a:avLst/>
          </a:prstGeom>
          <a:solidFill>
            <a:schemeClr val="tx1"/>
          </a:solidFill>
          <a:ln w="12700" cap="flat" cmpd="sng">
            <a:noFill/>
            <a:prstDash val="solid"/>
            <a:round/>
          </a:ln>
        </p:spPr>
        <p:txBody>
          <a:bodyPr rtlCol="0" anchor="ctr"/>
          <a:lstStyle/>
          <a:p>
            <a:pPr algn="ctr"/>
            <a:endParaRPr/>
          </a:p>
        </p:txBody>
      </p:sp>
      <p:sp>
        <p:nvSpPr>
          <p:cNvPr id="143" name="曲线"/>
          <p:cNvSpPr>
            <a:spLocks noChangeAspect="1"/>
          </p:cNvSpPr>
          <p:nvPr/>
        </p:nvSpPr>
        <p:spPr>
          <a:xfrm>
            <a:off x="8985001" y="5709831"/>
            <a:ext cx="959767" cy="891144"/>
          </a:xfrm>
          <a:custGeom>
            <a:avLst/>
            <a:gdLst>
              <a:gd name="T1" fmla="*/ 0 w 21600"/>
              <a:gd name="T2" fmla="*/ 0 h 21600"/>
              <a:gd name="T3" fmla="*/ 21600 w 21600"/>
              <a:gd name="T4" fmla="*/ 21600 h 21600"/>
            </a:gdLst>
            <a:ahLst/>
            <a:cxnLst/>
            <a:rect l="T1" t="T2" r="T3" b="T4"/>
            <a:pathLst>
              <a:path w="21600" h="21600">
                <a:moveTo>
                  <a:pt x="15327" y="13038"/>
                </a:moveTo>
                <a:cubicBezTo>
                  <a:pt x="14605" y="13928"/>
                  <a:pt x="13888" y="14857"/>
                  <a:pt x="13203" y="15786"/>
                </a:cubicBezTo>
                <a:cubicBezTo>
                  <a:pt x="14896" y="17297"/>
                  <a:pt x="16625" y="18806"/>
                  <a:pt x="18317" y="20317"/>
                </a:cubicBezTo>
                <a:cubicBezTo>
                  <a:pt x="19037" y="19387"/>
                  <a:pt x="19757" y="18458"/>
                  <a:pt x="20439" y="17528"/>
                </a:cubicBezTo>
                <a:cubicBezTo>
                  <a:pt x="18749" y="16018"/>
                  <a:pt x="17020" y="14507"/>
                  <a:pt x="15327" y="13038"/>
                </a:cubicBezTo>
                <a:close/>
                <a:moveTo>
                  <a:pt x="12591" y="11682"/>
                </a:moveTo>
                <a:cubicBezTo>
                  <a:pt x="12375" y="11992"/>
                  <a:pt x="12159" y="12301"/>
                  <a:pt x="11907" y="12611"/>
                </a:cubicBezTo>
                <a:cubicBezTo>
                  <a:pt x="11834" y="12689"/>
                  <a:pt x="11763" y="12767"/>
                  <a:pt x="11654" y="12841"/>
                </a:cubicBezTo>
                <a:cubicBezTo>
                  <a:pt x="12159" y="13309"/>
                  <a:pt x="12627" y="13811"/>
                  <a:pt x="13130" y="14277"/>
                </a:cubicBezTo>
                <a:cubicBezTo>
                  <a:pt x="13418" y="13889"/>
                  <a:pt x="13743" y="13502"/>
                  <a:pt x="14031" y="13076"/>
                </a:cubicBezTo>
                <a:close/>
                <a:moveTo>
                  <a:pt x="7277" y="2493"/>
                </a:moveTo>
                <a:cubicBezTo>
                  <a:pt x="6784" y="2444"/>
                  <a:pt x="6278" y="2484"/>
                  <a:pt x="5783" y="2616"/>
                </a:cubicBezTo>
                <a:cubicBezTo>
                  <a:pt x="4379" y="3044"/>
                  <a:pt x="3154" y="4129"/>
                  <a:pt x="2649" y="5600"/>
                </a:cubicBezTo>
                <a:cubicBezTo>
                  <a:pt x="2146" y="6995"/>
                  <a:pt x="2179" y="8583"/>
                  <a:pt x="2903" y="9900"/>
                </a:cubicBezTo>
                <a:cubicBezTo>
                  <a:pt x="3659" y="11255"/>
                  <a:pt x="4955" y="12223"/>
                  <a:pt x="6396" y="12378"/>
                </a:cubicBezTo>
                <a:cubicBezTo>
                  <a:pt x="7837" y="12533"/>
                  <a:pt x="9242" y="11990"/>
                  <a:pt x="10250" y="10868"/>
                </a:cubicBezTo>
                <a:cubicBezTo>
                  <a:pt x="11619" y="9280"/>
                  <a:pt x="11944" y="6837"/>
                  <a:pt x="10898" y="4979"/>
                </a:cubicBezTo>
                <a:cubicBezTo>
                  <a:pt x="10143" y="3557"/>
                  <a:pt x="8758" y="2635"/>
                  <a:pt x="7277" y="2493"/>
                </a:cubicBezTo>
                <a:close/>
                <a:moveTo>
                  <a:pt x="6428" y="2018"/>
                </a:moveTo>
                <a:cubicBezTo>
                  <a:pt x="7773" y="1874"/>
                  <a:pt x="9170" y="2290"/>
                  <a:pt x="10250" y="3315"/>
                </a:cubicBezTo>
                <a:cubicBezTo>
                  <a:pt x="12412" y="5368"/>
                  <a:pt x="12556" y="8970"/>
                  <a:pt x="10574" y="11216"/>
                </a:cubicBezTo>
                <a:cubicBezTo>
                  <a:pt x="8702" y="13268"/>
                  <a:pt x="5603" y="13501"/>
                  <a:pt x="3587" y="11565"/>
                </a:cubicBezTo>
                <a:cubicBezTo>
                  <a:pt x="1570" y="9664"/>
                  <a:pt x="1243" y="6337"/>
                  <a:pt x="2903" y="4090"/>
                </a:cubicBezTo>
                <a:cubicBezTo>
                  <a:pt x="3783" y="2871"/>
                  <a:pt x="5082" y="2164"/>
                  <a:pt x="6428" y="2018"/>
                </a:cubicBezTo>
                <a:close/>
                <a:moveTo>
                  <a:pt x="7764" y="1071"/>
                </a:moveTo>
                <a:cubicBezTo>
                  <a:pt x="5027" y="648"/>
                  <a:pt x="2216" y="2429"/>
                  <a:pt x="1318" y="5255"/>
                </a:cubicBezTo>
                <a:cubicBezTo>
                  <a:pt x="382" y="8082"/>
                  <a:pt x="1355" y="11333"/>
                  <a:pt x="3767" y="12921"/>
                </a:cubicBezTo>
                <a:cubicBezTo>
                  <a:pt x="6179" y="14470"/>
                  <a:pt x="9277" y="14044"/>
                  <a:pt x="11223" y="11873"/>
                </a:cubicBezTo>
                <a:cubicBezTo>
                  <a:pt x="12337" y="10598"/>
                  <a:pt x="12948" y="8855"/>
                  <a:pt x="12878" y="7075"/>
                </a:cubicBezTo>
                <a:cubicBezTo>
                  <a:pt x="12699" y="4055"/>
                  <a:pt x="10536" y="1538"/>
                  <a:pt x="7764" y="1071"/>
                </a:cubicBezTo>
                <a:close/>
                <a:moveTo>
                  <a:pt x="5965" y="66"/>
                </a:moveTo>
                <a:cubicBezTo>
                  <a:pt x="8845" y="-358"/>
                  <a:pt x="11799" y="1264"/>
                  <a:pt x="13093" y="4094"/>
                </a:cubicBezTo>
                <a:cubicBezTo>
                  <a:pt x="14103" y="6339"/>
                  <a:pt x="14031" y="8895"/>
                  <a:pt x="12984" y="10983"/>
                </a:cubicBezTo>
                <a:lnTo>
                  <a:pt x="14500" y="12494"/>
                </a:lnTo>
                <a:cubicBezTo>
                  <a:pt x="14642" y="12301"/>
                  <a:pt x="14787" y="12107"/>
                  <a:pt x="14896" y="11914"/>
                </a:cubicBezTo>
                <a:cubicBezTo>
                  <a:pt x="15076" y="11682"/>
                  <a:pt x="15397" y="11760"/>
                  <a:pt x="15578" y="11914"/>
                </a:cubicBezTo>
                <a:cubicBezTo>
                  <a:pt x="17560" y="13657"/>
                  <a:pt x="19506" y="15397"/>
                  <a:pt x="21450" y="17103"/>
                </a:cubicBezTo>
                <a:cubicBezTo>
                  <a:pt x="21667" y="17297"/>
                  <a:pt x="21630" y="17645"/>
                  <a:pt x="21450" y="17838"/>
                </a:cubicBezTo>
                <a:cubicBezTo>
                  <a:pt x="20550" y="19036"/>
                  <a:pt x="19648" y="20236"/>
                  <a:pt x="18749" y="21400"/>
                </a:cubicBezTo>
                <a:cubicBezTo>
                  <a:pt x="18533" y="21671"/>
                  <a:pt x="18317" y="21631"/>
                  <a:pt x="18136" y="21475"/>
                </a:cubicBezTo>
                <a:cubicBezTo>
                  <a:pt x="18101" y="21440"/>
                  <a:pt x="18064" y="21440"/>
                  <a:pt x="18064" y="21400"/>
                </a:cubicBezTo>
                <a:cubicBezTo>
                  <a:pt x="16084" y="19696"/>
                  <a:pt x="14140" y="17955"/>
                  <a:pt x="12193" y="16251"/>
                </a:cubicBezTo>
                <a:cubicBezTo>
                  <a:pt x="11979" y="16058"/>
                  <a:pt x="12013" y="15709"/>
                  <a:pt x="12193" y="15516"/>
                </a:cubicBezTo>
                <a:cubicBezTo>
                  <a:pt x="12337" y="15282"/>
                  <a:pt x="12519" y="15089"/>
                  <a:pt x="12662" y="14857"/>
                </a:cubicBezTo>
                <a:cubicBezTo>
                  <a:pt x="12159" y="14351"/>
                  <a:pt x="11619" y="13851"/>
                  <a:pt x="11115" y="13346"/>
                </a:cubicBezTo>
                <a:cubicBezTo>
                  <a:pt x="8916" y="15128"/>
                  <a:pt x="5856" y="15397"/>
                  <a:pt x="3444" y="13889"/>
                </a:cubicBezTo>
                <a:cubicBezTo>
                  <a:pt x="923" y="12301"/>
                  <a:pt x="-444" y="9088"/>
                  <a:pt x="129" y="5990"/>
                </a:cubicBezTo>
                <a:cubicBezTo>
                  <a:pt x="670" y="2931"/>
                  <a:pt x="3082" y="492"/>
                  <a:pt x="5965" y="66"/>
                </a:cubicBezTo>
                <a:close/>
              </a:path>
            </a:pathLst>
          </a:custGeom>
          <a:solidFill>
            <a:schemeClr val="tx1"/>
          </a:solidFill>
          <a:ln w="9525" cap="flat" cmpd="sng">
            <a:noFill/>
            <a:prstDash val="solid"/>
            <a:round/>
          </a:ln>
        </p:spPr>
        <p:txBody>
          <a:bodyPr rtlCol="0" anchor="ctr"/>
          <a:lstStyle/>
          <a:p>
            <a:pPr algn="ctr"/>
            <a:endParaRPr/>
          </a:p>
        </p:txBody>
      </p:sp>
      <p:sp>
        <p:nvSpPr>
          <p:cNvPr id="2" name="文本框 1"/>
          <p:cNvSpPr txBox="1"/>
          <p:nvPr/>
        </p:nvSpPr>
        <p:spPr>
          <a:xfrm>
            <a:off x="8244205" y="1383030"/>
            <a:ext cx="3880485" cy="3969385"/>
          </a:xfrm>
          <a:prstGeom prst="rect">
            <a:avLst/>
          </a:prstGeom>
          <a:noFill/>
        </p:spPr>
        <p:txBody>
          <a:bodyPr wrap="square" rtlCol="0">
            <a:spAutoFit/>
          </a:bodyPr>
          <a:lstStyle/>
          <a:p>
            <a:r>
              <a:rPr lang="zh-CN" altLang="en-US" sz="2800" b="1"/>
              <a:t>阳刻hollows out the parts other than the pattern, retains the original dots, lines and surfaces of the pattern. 阴刻hollows out the pattern itself, and shows the pattern with the background color.</a:t>
            </a:r>
          </a:p>
        </p:txBody>
      </p:sp>
      <p:pic>
        <p:nvPicPr>
          <p:cNvPr id="3" name="图片 2"/>
          <p:cNvPicPr>
            <a:picLocks noChangeAspect="1"/>
          </p:cNvPicPr>
          <p:nvPr/>
        </p:nvPicPr>
        <p:blipFill>
          <a:blip r:embed="rId3"/>
          <a:stretch>
            <a:fillRect/>
          </a:stretch>
        </p:blipFill>
        <p:spPr>
          <a:xfrm>
            <a:off x="411480" y="1224280"/>
            <a:ext cx="7442835" cy="48933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advTm="3000">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右三角"/>
          <p:cNvSpPr/>
          <p:nvPr/>
        </p:nvSpPr>
        <p:spPr>
          <a:xfrm rot="16200000">
            <a:off x="5978909" y="2324336"/>
            <a:ext cx="3406632" cy="6047757"/>
          </a:xfrm>
          <a:prstGeom prst="rtTriangle">
            <a:avLst/>
          </a:prstGeom>
          <a:solidFill>
            <a:srgbClr val="E9E7E8"/>
          </a:solidFill>
          <a:ln w="12700" cap="flat" cmpd="sng">
            <a:noFill/>
            <a:prstDash val="solid"/>
            <a:round/>
          </a:ln>
        </p:spPr>
        <p:txBody>
          <a:bodyPr rtlCol="0" anchor="ctr"/>
          <a:lstStyle/>
          <a:p>
            <a:pPr algn="ctr"/>
            <a:endParaRPr/>
          </a:p>
        </p:txBody>
      </p:sp>
      <p:sp>
        <p:nvSpPr>
          <p:cNvPr id="108" name="右三角"/>
          <p:cNvSpPr/>
          <p:nvPr/>
        </p:nvSpPr>
        <p:spPr>
          <a:xfrm rot="3472482">
            <a:off x="9229991" y="3355581"/>
            <a:ext cx="6305016" cy="5574559"/>
          </a:xfrm>
          <a:prstGeom prst="rtTriangle">
            <a:avLst/>
          </a:prstGeom>
          <a:solidFill>
            <a:srgbClr val="F4C720"/>
          </a:solidFill>
          <a:ln w="12700" cap="flat" cmpd="sng">
            <a:noFill/>
            <a:prstDash val="solid"/>
            <a:round/>
          </a:ln>
        </p:spPr>
        <p:txBody>
          <a:bodyPr rtlCol="0" anchor="ctr"/>
          <a:lstStyle/>
          <a:p>
            <a:pPr algn="ctr"/>
            <a:endParaRPr/>
          </a:p>
        </p:txBody>
      </p:sp>
      <p:sp>
        <p:nvSpPr>
          <p:cNvPr id="109" name="右三角"/>
          <p:cNvSpPr/>
          <p:nvPr/>
        </p:nvSpPr>
        <p:spPr>
          <a:xfrm rot="15811661" flipH="1" flipV="1">
            <a:off x="-396104" y="-448353"/>
            <a:ext cx="6329018" cy="6639365"/>
          </a:xfrm>
          <a:prstGeom prst="rtTriangle">
            <a:avLst/>
          </a:prstGeom>
          <a:solidFill>
            <a:srgbClr val="EB6363"/>
          </a:solidFill>
          <a:ln w="12700" cap="flat" cmpd="sng">
            <a:noFill/>
            <a:prstDash val="solid"/>
            <a:round/>
          </a:ln>
        </p:spPr>
        <p:txBody>
          <a:bodyPr rtlCol="0" anchor="ctr"/>
          <a:lstStyle/>
          <a:p>
            <a:pPr algn="ctr"/>
            <a:endParaRPr/>
          </a:p>
        </p:txBody>
      </p:sp>
      <p:sp>
        <p:nvSpPr>
          <p:cNvPr id="110" name="十字形"/>
          <p:cNvSpPr/>
          <p:nvPr/>
        </p:nvSpPr>
        <p:spPr>
          <a:xfrm rot="3527218">
            <a:off x="826506" y="846858"/>
            <a:ext cx="248753" cy="248753"/>
          </a:xfrm>
          <a:prstGeom prst="plus">
            <a:avLst>
              <a:gd name="adj" fmla="val 40217"/>
            </a:avLst>
          </a:prstGeom>
          <a:solidFill>
            <a:schemeClr val="tx1"/>
          </a:solidFill>
          <a:ln w="12700" cap="flat" cmpd="sng">
            <a:noFill/>
            <a:prstDash val="solid"/>
            <a:round/>
          </a:ln>
        </p:spPr>
        <p:txBody>
          <a:bodyPr rtlCol="0" anchor="ctr"/>
          <a:lstStyle/>
          <a:p>
            <a:pPr algn="ctr"/>
            <a:endParaRPr/>
          </a:p>
        </p:txBody>
      </p:sp>
      <p:sp>
        <p:nvSpPr>
          <p:cNvPr id="111" name="十字形"/>
          <p:cNvSpPr/>
          <p:nvPr/>
        </p:nvSpPr>
        <p:spPr>
          <a:xfrm rot="3527218">
            <a:off x="11121928" y="5689819"/>
            <a:ext cx="248753" cy="248753"/>
          </a:xfrm>
          <a:prstGeom prst="plus">
            <a:avLst>
              <a:gd name="adj" fmla="val 40217"/>
            </a:avLst>
          </a:prstGeom>
          <a:solidFill>
            <a:schemeClr val="tx1"/>
          </a:solidFill>
          <a:ln w="12700" cap="flat" cmpd="sng">
            <a:noFill/>
            <a:prstDash val="solid"/>
            <a:round/>
          </a:ln>
        </p:spPr>
        <p:txBody>
          <a:bodyPr rtlCol="0" anchor="ctr"/>
          <a:lstStyle/>
          <a:p>
            <a:pPr algn="ctr"/>
            <a:endParaRPr/>
          </a:p>
        </p:txBody>
      </p:sp>
      <p:sp>
        <p:nvSpPr>
          <p:cNvPr id="112" name="十字形"/>
          <p:cNvSpPr/>
          <p:nvPr/>
        </p:nvSpPr>
        <p:spPr>
          <a:xfrm rot="3527218">
            <a:off x="2280713" y="5130503"/>
            <a:ext cx="131439" cy="131441"/>
          </a:xfrm>
          <a:prstGeom prst="plus">
            <a:avLst>
              <a:gd name="adj" fmla="val 40217"/>
            </a:avLst>
          </a:prstGeom>
          <a:solidFill>
            <a:schemeClr val="tx1"/>
          </a:solidFill>
          <a:ln w="12700" cap="flat" cmpd="sng">
            <a:noFill/>
            <a:prstDash val="solid"/>
            <a:round/>
          </a:ln>
        </p:spPr>
        <p:txBody>
          <a:bodyPr rtlCol="0" anchor="ctr"/>
          <a:lstStyle/>
          <a:p>
            <a:pPr algn="ctr"/>
            <a:endParaRPr/>
          </a:p>
        </p:txBody>
      </p:sp>
      <p:sp>
        <p:nvSpPr>
          <p:cNvPr id="113" name="十字形"/>
          <p:cNvSpPr/>
          <p:nvPr/>
        </p:nvSpPr>
        <p:spPr>
          <a:xfrm rot="3527218">
            <a:off x="10901422" y="648798"/>
            <a:ext cx="167643" cy="167643"/>
          </a:xfrm>
          <a:prstGeom prst="plus">
            <a:avLst>
              <a:gd name="adj" fmla="val 40217"/>
            </a:avLst>
          </a:prstGeom>
          <a:solidFill>
            <a:schemeClr val="tx1"/>
          </a:solidFill>
          <a:ln w="12700" cap="flat" cmpd="sng">
            <a:noFill/>
            <a:prstDash val="solid"/>
            <a:round/>
          </a:ln>
        </p:spPr>
        <p:txBody>
          <a:bodyPr rtlCol="0" anchor="ctr"/>
          <a:lstStyle/>
          <a:p>
            <a:pPr algn="ctr"/>
            <a:endParaRPr/>
          </a:p>
        </p:txBody>
      </p:sp>
      <p:sp>
        <p:nvSpPr>
          <p:cNvPr id="114" name="曲线"/>
          <p:cNvSpPr>
            <a:spLocks noChangeAspect="1"/>
          </p:cNvSpPr>
          <p:nvPr/>
        </p:nvSpPr>
        <p:spPr>
          <a:xfrm rot="19284020">
            <a:off x="865222" y="3049263"/>
            <a:ext cx="140432" cy="246067"/>
          </a:xfrm>
          <a:custGeom>
            <a:avLst/>
            <a:gdLst>
              <a:gd name="T1" fmla="*/ 0 w 21600"/>
              <a:gd name="T2" fmla="*/ 0 h 21600"/>
              <a:gd name="T3" fmla="*/ 21600 w 21600"/>
              <a:gd name="T4" fmla="*/ 21600 h 21600"/>
            </a:gdLst>
            <a:ahLst/>
            <a:cxnLst/>
            <a:rect l="T1" t="T2" r="T3" b="T4"/>
            <a:pathLst>
              <a:path w="21600" h="21600">
                <a:moveTo>
                  <a:pt x="21491" y="7403"/>
                </a:moveTo>
                <a:cubicBezTo>
                  <a:pt x="21388" y="7280"/>
                  <a:pt x="21163" y="7201"/>
                  <a:pt x="20921" y="7201"/>
                </a:cubicBezTo>
                <a:lnTo>
                  <a:pt x="13434" y="7201"/>
                </a:lnTo>
                <a:lnTo>
                  <a:pt x="20822" y="552"/>
                </a:lnTo>
                <a:cubicBezTo>
                  <a:pt x="20943" y="442"/>
                  <a:pt x="20953" y="299"/>
                  <a:pt x="20843" y="186"/>
                </a:cubicBezTo>
                <a:cubicBezTo>
                  <a:pt x="20733" y="72"/>
                  <a:pt x="20515" y="0"/>
                  <a:pt x="20287" y="0"/>
                </a:cubicBezTo>
                <a:lnTo>
                  <a:pt x="10180" y="0"/>
                </a:lnTo>
                <a:cubicBezTo>
                  <a:pt x="9938" y="0"/>
                  <a:pt x="9720" y="75"/>
                  <a:pt x="9616" y="199"/>
                </a:cubicBezTo>
                <a:lnTo>
                  <a:pt x="138" y="10997"/>
                </a:lnTo>
                <a:cubicBezTo>
                  <a:pt x="38" y="11108"/>
                  <a:pt x="49" y="11240"/>
                  <a:pt x="166" y="11348"/>
                </a:cubicBezTo>
                <a:cubicBezTo>
                  <a:pt x="283" y="11453"/>
                  <a:pt x="481" y="11518"/>
                  <a:pt x="704" y="11518"/>
                </a:cubicBezTo>
                <a:lnTo>
                  <a:pt x="7200" y="11518"/>
                </a:lnTo>
                <a:lnTo>
                  <a:pt x="119" y="21097"/>
                </a:lnTo>
                <a:cubicBezTo>
                  <a:pt x="0" y="21264"/>
                  <a:pt x="109" y="21452"/>
                  <a:pt x="376" y="21546"/>
                </a:cubicBezTo>
                <a:cubicBezTo>
                  <a:pt x="476" y="21579"/>
                  <a:pt x="587" y="21600"/>
                  <a:pt x="704" y="21600"/>
                </a:cubicBezTo>
                <a:cubicBezTo>
                  <a:pt x="882" y="21600"/>
                  <a:pt x="1065" y="21554"/>
                  <a:pt x="1186" y="21470"/>
                </a:cubicBezTo>
                <a:lnTo>
                  <a:pt x="21402" y="7792"/>
                </a:lnTo>
                <a:cubicBezTo>
                  <a:pt x="21560" y="7685"/>
                  <a:pt x="21600" y="7532"/>
                  <a:pt x="21491" y="7403"/>
                </a:cubicBezTo>
                <a:close/>
              </a:path>
            </a:pathLst>
          </a:custGeom>
          <a:solidFill>
            <a:schemeClr val="tx1"/>
          </a:solidFill>
          <a:ln w="9525" cap="flat" cmpd="sng">
            <a:noFill/>
            <a:prstDash val="solid"/>
            <a:round/>
          </a:ln>
        </p:spPr>
        <p:txBody>
          <a:bodyPr rtlCol="0" anchor="ctr"/>
          <a:lstStyle/>
          <a:p>
            <a:pPr algn="ctr"/>
            <a:endParaRPr/>
          </a:p>
        </p:txBody>
      </p:sp>
      <p:sp>
        <p:nvSpPr>
          <p:cNvPr id="115" name="椭圆"/>
          <p:cNvSpPr/>
          <p:nvPr/>
        </p:nvSpPr>
        <p:spPr>
          <a:xfrm>
            <a:off x="7159296" y="4850353"/>
            <a:ext cx="56053" cy="56055"/>
          </a:xfrm>
          <a:prstGeom prst="ellipse">
            <a:avLst/>
          </a:prstGeom>
          <a:solidFill>
            <a:schemeClr val="tx1"/>
          </a:solidFill>
          <a:ln w="12700" cap="flat" cmpd="sng">
            <a:noFill/>
            <a:prstDash val="solid"/>
            <a:round/>
          </a:ln>
        </p:spPr>
        <p:txBody>
          <a:bodyPr rtlCol="0" anchor="ctr"/>
          <a:lstStyle/>
          <a:p>
            <a:pPr algn="ctr"/>
            <a:endParaRPr/>
          </a:p>
        </p:txBody>
      </p:sp>
      <p:sp>
        <p:nvSpPr>
          <p:cNvPr id="116" name="椭圆"/>
          <p:cNvSpPr/>
          <p:nvPr/>
        </p:nvSpPr>
        <p:spPr>
          <a:xfrm>
            <a:off x="8821137" y="6129970"/>
            <a:ext cx="50865" cy="50865"/>
          </a:xfrm>
          <a:prstGeom prst="ellipse">
            <a:avLst/>
          </a:prstGeom>
          <a:solidFill>
            <a:schemeClr val="tx1"/>
          </a:solidFill>
          <a:ln w="12700" cap="flat" cmpd="sng">
            <a:noFill/>
            <a:prstDash val="solid"/>
            <a:round/>
          </a:ln>
        </p:spPr>
        <p:txBody>
          <a:bodyPr rtlCol="0" anchor="ctr"/>
          <a:lstStyle/>
          <a:p>
            <a:pPr algn="ctr"/>
            <a:endParaRPr/>
          </a:p>
        </p:txBody>
      </p:sp>
      <p:sp>
        <p:nvSpPr>
          <p:cNvPr id="117" name="椭圆"/>
          <p:cNvSpPr/>
          <p:nvPr/>
        </p:nvSpPr>
        <p:spPr>
          <a:xfrm>
            <a:off x="2408672" y="534670"/>
            <a:ext cx="56055" cy="56054"/>
          </a:xfrm>
          <a:prstGeom prst="ellipse">
            <a:avLst/>
          </a:prstGeom>
          <a:solidFill>
            <a:schemeClr val="tx1"/>
          </a:solidFill>
          <a:ln w="12700" cap="flat" cmpd="sng">
            <a:noFill/>
            <a:prstDash val="solid"/>
            <a:round/>
          </a:ln>
        </p:spPr>
        <p:txBody>
          <a:bodyPr rtlCol="0" anchor="ctr"/>
          <a:lstStyle/>
          <a:p>
            <a:pPr algn="ctr"/>
            <a:endParaRPr/>
          </a:p>
        </p:txBody>
      </p:sp>
      <p:sp>
        <p:nvSpPr>
          <p:cNvPr id="118" name="椭圆"/>
          <p:cNvSpPr/>
          <p:nvPr/>
        </p:nvSpPr>
        <p:spPr>
          <a:xfrm>
            <a:off x="4767141" y="745095"/>
            <a:ext cx="50865" cy="50865"/>
          </a:xfrm>
          <a:prstGeom prst="ellipse">
            <a:avLst/>
          </a:prstGeom>
          <a:solidFill>
            <a:schemeClr val="tx1"/>
          </a:solidFill>
          <a:ln w="12700" cap="flat" cmpd="sng">
            <a:noFill/>
            <a:prstDash val="solid"/>
            <a:round/>
          </a:ln>
        </p:spPr>
        <p:txBody>
          <a:bodyPr rtlCol="0" anchor="ctr"/>
          <a:lstStyle/>
          <a:p>
            <a:pPr algn="ctr"/>
            <a:endParaRPr/>
          </a:p>
        </p:txBody>
      </p:sp>
      <p:sp>
        <p:nvSpPr>
          <p:cNvPr id="119" name="十字形"/>
          <p:cNvSpPr/>
          <p:nvPr/>
        </p:nvSpPr>
        <p:spPr>
          <a:xfrm rot="3527218">
            <a:off x="3798035" y="6227287"/>
            <a:ext cx="248753" cy="248753"/>
          </a:xfrm>
          <a:prstGeom prst="plus">
            <a:avLst>
              <a:gd name="adj" fmla="val 40217"/>
            </a:avLst>
          </a:prstGeom>
          <a:solidFill>
            <a:schemeClr val="tx1"/>
          </a:solidFill>
          <a:ln w="12700" cap="flat" cmpd="sng">
            <a:noFill/>
            <a:prstDash val="solid"/>
            <a:round/>
          </a:ln>
        </p:spPr>
        <p:txBody>
          <a:bodyPr rtlCol="0" anchor="ctr"/>
          <a:lstStyle/>
          <a:p>
            <a:pPr algn="ctr"/>
            <a:endParaRPr/>
          </a:p>
        </p:txBody>
      </p:sp>
      <p:sp>
        <p:nvSpPr>
          <p:cNvPr id="120" name="椭圆"/>
          <p:cNvSpPr/>
          <p:nvPr/>
        </p:nvSpPr>
        <p:spPr>
          <a:xfrm>
            <a:off x="8398161" y="1582230"/>
            <a:ext cx="56053" cy="56052"/>
          </a:xfrm>
          <a:prstGeom prst="ellipse">
            <a:avLst/>
          </a:prstGeom>
          <a:solidFill>
            <a:schemeClr val="tx1"/>
          </a:solidFill>
          <a:ln w="12700" cap="flat" cmpd="sng">
            <a:noFill/>
            <a:prstDash val="solid"/>
            <a:round/>
          </a:ln>
        </p:spPr>
        <p:txBody>
          <a:bodyPr rtlCol="0" anchor="ctr"/>
          <a:lstStyle/>
          <a:p>
            <a:pPr algn="ctr"/>
            <a:endParaRPr/>
          </a:p>
        </p:txBody>
      </p:sp>
      <p:sp>
        <p:nvSpPr>
          <p:cNvPr id="121" name="椭圆"/>
          <p:cNvSpPr/>
          <p:nvPr/>
        </p:nvSpPr>
        <p:spPr>
          <a:xfrm>
            <a:off x="10060001" y="2861847"/>
            <a:ext cx="50865" cy="50866"/>
          </a:xfrm>
          <a:prstGeom prst="ellipse">
            <a:avLst/>
          </a:prstGeom>
          <a:solidFill>
            <a:schemeClr val="tx1"/>
          </a:solidFill>
          <a:ln w="12700" cap="flat" cmpd="sng">
            <a:noFill/>
            <a:prstDash val="solid"/>
            <a:round/>
          </a:ln>
        </p:spPr>
        <p:txBody>
          <a:bodyPr rtlCol="0" anchor="ctr"/>
          <a:lstStyle/>
          <a:p>
            <a:pPr algn="ctr"/>
            <a:endParaRPr/>
          </a:p>
        </p:txBody>
      </p:sp>
      <p:pic>
        <p:nvPicPr>
          <p:cNvPr id="122" name="图片"/>
          <p:cNvPicPr>
            <a:picLocks noChangeAspect="1"/>
          </p:cNvPicPr>
          <p:nvPr/>
        </p:nvPicPr>
        <p:blipFill>
          <a:blip r:embed="rId3" cstate="print"/>
          <a:stretch>
            <a:fillRect/>
          </a:stretch>
        </p:blipFill>
        <p:spPr>
          <a:xfrm>
            <a:off x="253996" y="2630674"/>
            <a:ext cx="4036724" cy="4036724"/>
          </a:xfrm>
          <a:prstGeom prst="rect">
            <a:avLst/>
          </a:prstGeom>
          <a:noFill/>
          <a:ln w="9525" cap="flat" cmpd="sng">
            <a:noFill/>
            <a:prstDash val="solid"/>
            <a:miter/>
          </a:ln>
        </p:spPr>
      </p:pic>
      <p:pic>
        <p:nvPicPr>
          <p:cNvPr id="123" name="图片"/>
          <p:cNvPicPr>
            <a:picLocks noChangeAspect="1"/>
          </p:cNvPicPr>
          <p:nvPr/>
        </p:nvPicPr>
        <p:blipFill>
          <a:blip r:embed="rId4" cstate="print"/>
          <a:stretch>
            <a:fillRect/>
          </a:stretch>
        </p:blipFill>
        <p:spPr>
          <a:xfrm>
            <a:off x="3658753" y="152397"/>
            <a:ext cx="4253449" cy="4279834"/>
          </a:xfrm>
          <a:prstGeom prst="rect">
            <a:avLst/>
          </a:prstGeom>
          <a:noFill/>
          <a:ln w="9525" cap="flat" cmpd="sng">
            <a:noFill/>
            <a:prstDash val="solid"/>
            <a:miter/>
          </a:ln>
        </p:spPr>
      </p:pic>
      <p:pic>
        <p:nvPicPr>
          <p:cNvPr id="124" name="图片"/>
          <p:cNvPicPr>
            <a:picLocks noChangeAspect="1"/>
          </p:cNvPicPr>
          <p:nvPr/>
        </p:nvPicPr>
        <p:blipFill>
          <a:blip r:embed="rId5" cstate="print"/>
          <a:stretch>
            <a:fillRect/>
          </a:stretch>
        </p:blipFill>
        <p:spPr>
          <a:xfrm>
            <a:off x="7861180" y="2534216"/>
            <a:ext cx="4451282" cy="4520526"/>
          </a:xfrm>
          <a:prstGeom prst="rect">
            <a:avLst/>
          </a:prstGeom>
          <a:noFill/>
          <a:ln w="9525" cap="flat" cmpd="sng">
            <a:noFill/>
            <a:prstDash val="solid"/>
            <a:miter/>
          </a:ln>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9"/>
                                        </p:tgtEl>
                                        <p:attrNameLst>
                                          <p:attrName>style.visibility</p:attrName>
                                        </p:attrNameLst>
                                      </p:cBhvr>
                                      <p:to>
                                        <p:strVal val="visible"/>
                                      </p:to>
                                    </p:set>
                                    <p:animEffect transition="in" filter="wipe(down)">
                                      <p:cBhvr>
                                        <p:cTn id="7" dur="500"/>
                                        <p:tgtEl>
                                          <p:spTgt spid="10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8"/>
                                        </p:tgtEl>
                                        <p:attrNameLst>
                                          <p:attrName>style.visibility</p:attrName>
                                        </p:attrNameLst>
                                      </p:cBhvr>
                                      <p:to>
                                        <p:strVal val="visible"/>
                                      </p:to>
                                    </p:set>
                                    <p:animEffect transition="in" filter="wipe(up)">
                                      <p:cBhvr>
                                        <p:cTn id="12" dur="500"/>
                                        <p:tgtEl>
                                          <p:spTgt spid="108"/>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107"/>
                                        </p:tgtEl>
                                        <p:attrNameLst>
                                          <p:attrName>style.visibility</p:attrName>
                                        </p:attrNameLst>
                                      </p:cBhvr>
                                      <p:to>
                                        <p:strVal val="visible"/>
                                      </p:to>
                                    </p:set>
                                    <p:animEffect transition="in" filter="wipe(up)">
                                      <p:cBhvr>
                                        <p:cTn id="15" dur="5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animBg="1"/>
      <p:bldP spid="108" grpId="0" animBg="1"/>
      <p:bldP spid="10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右三角"/>
          <p:cNvSpPr/>
          <p:nvPr/>
        </p:nvSpPr>
        <p:spPr>
          <a:xfrm>
            <a:off x="0" y="918686"/>
            <a:ext cx="7756633" cy="5939311"/>
          </a:xfrm>
          <a:prstGeom prst="rtTriangle">
            <a:avLst/>
          </a:prstGeom>
          <a:solidFill>
            <a:srgbClr val="F4C720"/>
          </a:solidFill>
          <a:ln w="12700" cap="flat" cmpd="sng">
            <a:noFill/>
            <a:prstDash val="solid"/>
            <a:round/>
          </a:ln>
        </p:spPr>
        <p:txBody>
          <a:bodyPr rtlCol="0" anchor="ctr"/>
          <a:lstStyle/>
          <a:p>
            <a:pPr algn="ctr"/>
            <a:endParaRPr/>
          </a:p>
        </p:txBody>
      </p:sp>
      <p:sp>
        <p:nvSpPr>
          <p:cNvPr id="150" name="右三角"/>
          <p:cNvSpPr/>
          <p:nvPr/>
        </p:nvSpPr>
        <p:spPr>
          <a:xfrm flipV="1">
            <a:off x="0" y="-1"/>
            <a:ext cx="3631160" cy="6858000"/>
          </a:xfrm>
          <a:prstGeom prst="rtTriangle">
            <a:avLst/>
          </a:prstGeom>
          <a:solidFill>
            <a:srgbClr val="EB6363"/>
          </a:solidFill>
          <a:ln w="12700" cap="flat" cmpd="sng">
            <a:noFill/>
            <a:prstDash val="solid"/>
            <a:round/>
          </a:ln>
        </p:spPr>
        <p:txBody>
          <a:bodyPr rtlCol="0" anchor="ctr"/>
          <a:lstStyle/>
          <a:p>
            <a:pPr algn="ctr"/>
            <a:endParaRPr/>
          </a:p>
        </p:txBody>
      </p:sp>
      <p:sp>
        <p:nvSpPr>
          <p:cNvPr id="151" name="右三角"/>
          <p:cNvSpPr/>
          <p:nvPr/>
        </p:nvSpPr>
        <p:spPr>
          <a:xfrm rot="16200000">
            <a:off x="9293676" y="4057238"/>
            <a:ext cx="2847629" cy="2987263"/>
          </a:xfrm>
          <a:prstGeom prst="rtTriangle">
            <a:avLst/>
          </a:prstGeom>
          <a:solidFill>
            <a:srgbClr val="E9E7E8"/>
          </a:solidFill>
          <a:ln w="12700" cap="flat" cmpd="sng">
            <a:noFill/>
            <a:prstDash val="solid"/>
            <a:round/>
          </a:ln>
        </p:spPr>
        <p:txBody>
          <a:bodyPr rtlCol="0" anchor="ctr"/>
          <a:lstStyle/>
          <a:p>
            <a:pPr algn="ctr"/>
            <a:endParaRPr/>
          </a:p>
        </p:txBody>
      </p:sp>
      <p:sp>
        <p:nvSpPr>
          <p:cNvPr id="152" name="十字形"/>
          <p:cNvSpPr/>
          <p:nvPr/>
        </p:nvSpPr>
        <p:spPr>
          <a:xfrm rot="3527218">
            <a:off x="877306" y="1020449"/>
            <a:ext cx="248753" cy="248753"/>
          </a:xfrm>
          <a:prstGeom prst="plus">
            <a:avLst>
              <a:gd name="adj" fmla="val 40217"/>
            </a:avLst>
          </a:prstGeom>
          <a:solidFill>
            <a:schemeClr val="tx1"/>
          </a:solidFill>
          <a:ln w="12700" cap="flat" cmpd="sng">
            <a:noFill/>
            <a:prstDash val="solid"/>
            <a:round/>
          </a:ln>
        </p:spPr>
        <p:txBody>
          <a:bodyPr rtlCol="0" anchor="ctr"/>
          <a:lstStyle/>
          <a:p>
            <a:pPr algn="ctr"/>
            <a:endParaRPr/>
          </a:p>
        </p:txBody>
      </p:sp>
      <p:sp>
        <p:nvSpPr>
          <p:cNvPr id="153" name="十字形"/>
          <p:cNvSpPr/>
          <p:nvPr/>
        </p:nvSpPr>
        <p:spPr>
          <a:xfrm rot="3527218">
            <a:off x="11172728" y="5863411"/>
            <a:ext cx="248753" cy="248753"/>
          </a:xfrm>
          <a:prstGeom prst="plus">
            <a:avLst>
              <a:gd name="adj" fmla="val 40217"/>
            </a:avLst>
          </a:prstGeom>
          <a:solidFill>
            <a:schemeClr val="tx1"/>
          </a:solidFill>
          <a:ln w="12700" cap="flat" cmpd="sng">
            <a:noFill/>
            <a:prstDash val="solid"/>
            <a:round/>
          </a:ln>
        </p:spPr>
        <p:txBody>
          <a:bodyPr rtlCol="0" anchor="ctr"/>
          <a:lstStyle/>
          <a:p>
            <a:pPr algn="ctr"/>
            <a:endParaRPr/>
          </a:p>
        </p:txBody>
      </p:sp>
      <p:sp>
        <p:nvSpPr>
          <p:cNvPr id="154" name="十字形"/>
          <p:cNvSpPr/>
          <p:nvPr/>
        </p:nvSpPr>
        <p:spPr>
          <a:xfrm rot="3527218">
            <a:off x="2144682" y="6173009"/>
            <a:ext cx="131439" cy="131441"/>
          </a:xfrm>
          <a:prstGeom prst="plus">
            <a:avLst>
              <a:gd name="adj" fmla="val 40217"/>
            </a:avLst>
          </a:prstGeom>
          <a:solidFill>
            <a:schemeClr val="tx1"/>
          </a:solidFill>
          <a:ln w="12700" cap="flat" cmpd="sng">
            <a:noFill/>
            <a:prstDash val="solid"/>
            <a:round/>
          </a:ln>
        </p:spPr>
        <p:txBody>
          <a:bodyPr rtlCol="0" anchor="ctr"/>
          <a:lstStyle/>
          <a:p>
            <a:pPr algn="ctr"/>
            <a:endParaRPr/>
          </a:p>
        </p:txBody>
      </p:sp>
      <p:sp>
        <p:nvSpPr>
          <p:cNvPr id="155" name="十字形"/>
          <p:cNvSpPr/>
          <p:nvPr/>
        </p:nvSpPr>
        <p:spPr>
          <a:xfrm rot="3527218">
            <a:off x="10952222" y="822389"/>
            <a:ext cx="167643" cy="167643"/>
          </a:xfrm>
          <a:prstGeom prst="plus">
            <a:avLst>
              <a:gd name="adj" fmla="val 40217"/>
            </a:avLst>
          </a:prstGeom>
          <a:solidFill>
            <a:schemeClr val="tx1"/>
          </a:solidFill>
          <a:ln w="12700" cap="flat" cmpd="sng">
            <a:noFill/>
            <a:prstDash val="solid"/>
            <a:round/>
          </a:ln>
        </p:spPr>
        <p:txBody>
          <a:bodyPr rtlCol="0" anchor="ctr"/>
          <a:lstStyle/>
          <a:p>
            <a:pPr algn="ctr"/>
            <a:endParaRPr/>
          </a:p>
        </p:txBody>
      </p:sp>
      <p:sp>
        <p:nvSpPr>
          <p:cNvPr id="156" name="曲线"/>
          <p:cNvSpPr>
            <a:spLocks noChangeAspect="1"/>
          </p:cNvSpPr>
          <p:nvPr/>
        </p:nvSpPr>
        <p:spPr>
          <a:xfrm>
            <a:off x="1206053" y="3045055"/>
            <a:ext cx="140432" cy="246067"/>
          </a:xfrm>
          <a:custGeom>
            <a:avLst/>
            <a:gdLst>
              <a:gd name="T1" fmla="*/ 0 w 21600"/>
              <a:gd name="T2" fmla="*/ 0 h 21600"/>
              <a:gd name="T3" fmla="*/ 21600 w 21600"/>
              <a:gd name="T4" fmla="*/ 21600 h 21600"/>
            </a:gdLst>
            <a:ahLst/>
            <a:cxnLst/>
            <a:rect l="T1" t="T2" r="T3" b="T4"/>
            <a:pathLst>
              <a:path w="21600" h="21600">
                <a:moveTo>
                  <a:pt x="21494" y="7403"/>
                </a:moveTo>
                <a:cubicBezTo>
                  <a:pt x="21385" y="7280"/>
                  <a:pt x="21166" y="7201"/>
                  <a:pt x="20922" y="7201"/>
                </a:cubicBezTo>
                <a:lnTo>
                  <a:pt x="13434" y="7201"/>
                </a:lnTo>
                <a:lnTo>
                  <a:pt x="20821" y="552"/>
                </a:lnTo>
                <a:cubicBezTo>
                  <a:pt x="20943" y="442"/>
                  <a:pt x="20953" y="299"/>
                  <a:pt x="20843" y="186"/>
                </a:cubicBezTo>
                <a:cubicBezTo>
                  <a:pt x="20732" y="72"/>
                  <a:pt x="20515" y="0"/>
                  <a:pt x="20287" y="0"/>
                </a:cubicBezTo>
                <a:lnTo>
                  <a:pt x="10182" y="0"/>
                </a:lnTo>
                <a:cubicBezTo>
                  <a:pt x="9938" y="0"/>
                  <a:pt x="9720" y="75"/>
                  <a:pt x="9617" y="199"/>
                </a:cubicBezTo>
                <a:lnTo>
                  <a:pt x="138" y="10997"/>
                </a:lnTo>
                <a:cubicBezTo>
                  <a:pt x="35" y="11108"/>
                  <a:pt x="49" y="11240"/>
                  <a:pt x="166" y="11348"/>
                </a:cubicBezTo>
                <a:cubicBezTo>
                  <a:pt x="280" y="11453"/>
                  <a:pt x="483" y="11518"/>
                  <a:pt x="703" y="11518"/>
                </a:cubicBezTo>
                <a:lnTo>
                  <a:pt x="7200" y="11518"/>
                </a:lnTo>
                <a:lnTo>
                  <a:pt x="119" y="21097"/>
                </a:lnTo>
                <a:cubicBezTo>
                  <a:pt x="0" y="21264"/>
                  <a:pt x="109" y="21452"/>
                  <a:pt x="375" y="21546"/>
                </a:cubicBezTo>
                <a:cubicBezTo>
                  <a:pt x="476" y="21579"/>
                  <a:pt x="587" y="21600"/>
                  <a:pt x="703" y="21600"/>
                </a:cubicBezTo>
                <a:cubicBezTo>
                  <a:pt x="880" y="21600"/>
                  <a:pt x="1066" y="21554"/>
                  <a:pt x="1186" y="21470"/>
                </a:cubicBezTo>
                <a:lnTo>
                  <a:pt x="21405" y="7792"/>
                </a:lnTo>
                <a:cubicBezTo>
                  <a:pt x="21561" y="7685"/>
                  <a:pt x="21600" y="7532"/>
                  <a:pt x="21494" y="7403"/>
                </a:cubicBezTo>
                <a:close/>
              </a:path>
            </a:pathLst>
          </a:custGeom>
          <a:solidFill>
            <a:schemeClr val="tx1"/>
          </a:solidFill>
          <a:ln w="9525" cap="flat" cmpd="sng">
            <a:noFill/>
            <a:prstDash val="solid"/>
            <a:round/>
          </a:ln>
        </p:spPr>
        <p:txBody>
          <a:bodyPr rtlCol="0" anchor="ctr"/>
          <a:lstStyle/>
          <a:p>
            <a:pPr algn="ctr"/>
            <a:endParaRPr/>
          </a:p>
        </p:txBody>
      </p:sp>
      <p:sp>
        <p:nvSpPr>
          <p:cNvPr id="157" name="椭圆"/>
          <p:cNvSpPr/>
          <p:nvPr/>
        </p:nvSpPr>
        <p:spPr>
          <a:xfrm>
            <a:off x="7210097" y="5023945"/>
            <a:ext cx="56053" cy="56055"/>
          </a:xfrm>
          <a:prstGeom prst="ellipse">
            <a:avLst/>
          </a:prstGeom>
          <a:solidFill>
            <a:schemeClr val="tx1"/>
          </a:solidFill>
          <a:ln w="12700" cap="flat" cmpd="sng">
            <a:noFill/>
            <a:prstDash val="solid"/>
            <a:round/>
          </a:ln>
        </p:spPr>
        <p:txBody>
          <a:bodyPr rtlCol="0" anchor="ctr"/>
          <a:lstStyle/>
          <a:p>
            <a:pPr algn="ctr"/>
            <a:endParaRPr/>
          </a:p>
        </p:txBody>
      </p:sp>
      <p:sp>
        <p:nvSpPr>
          <p:cNvPr id="158" name="椭圆"/>
          <p:cNvSpPr/>
          <p:nvPr/>
        </p:nvSpPr>
        <p:spPr>
          <a:xfrm>
            <a:off x="8871937" y="6303562"/>
            <a:ext cx="50865" cy="50865"/>
          </a:xfrm>
          <a:prstGeom prst="ellipse">
            <a:avLst/>
          </a:prstGeom>
          <a:solidFill>
            <a:schemeClr val="tx1"/>
          </a:solidFill>
          <a:ln w="12700" cap="flat" cmpd="sng">
            <a:noFill/>
            <a:prstDash val="solid"/>
            <a:round/>
          </a:ln>
        </p:spPr>
        <p:txBody>
          <a:bodyPr rtlCol="0" anchor="ctr"/>
          <a:lstStyle/>
          <a:p>
            <a:pPr algn="ctr"/>
            <a:endParaRPr/>
          </a:p>
        </p:txBody>
      </p:sp>
      <p:sp>
        <p:nvSpPr>
          <p:cNvPr id="159" name="椭圆"/>
          <p:cNvSpPr/>
          <p:nvPr/>
        </p:nvSpPr>
        <p:spPr>
          <a:xfrm>
            <a:off x="2459472" y="708262"/>
            <a:ext cx="56055" cy="56054"/>
          </a:xfrm>
          <a:prstGeom prst="ellipse">
            <a:avLst/>
          </a:prstGeom>
          <a:solidFill>
            <a:schemeClr val="tx1"/>
          </a:solidFill>
          <a:ln w="12700" cap="flat" cmpd="sng">
            <a:noFill/>
            <a:prstDash val="solid"/>
            <a:round/>
          </a:ln>
        </p:spPr>
        <p:txBody>
          <a:bodyPr rtlCol="0" anchor="ctr"/>
          <a:lstStyle/>
          <a:p>
            <a:pPr algn="ctr"/>
            <a:endParaRPr/>
          </a:p>
        </p:txBody>
      </p:sp>
      <p:sp>
        <p:nvSpPr>
          <p:cNvPr id="160" name="椭圆"/>
          <p:cNvSpPr/>
          <p:nvPr/>
        </p:nvSpPr>
        <p:spPr>
          <a:xfrm>
            <a:off x="4817941" y="918687"/>
            <a:ext cx="50865" cy="50865"/>
          </a:xfrm>
          <a:prstGeom prst="ellipse">
            <a:avLst/>
          </a:prstGeom>
          <a:solidFill>
            <a:schemeClr val="tx1"/>
          </a:solidFill>
          <a:ln w="12700" cap="flat" cmpd="sng">
            <a:noFill/>
            <a:prstDash val="solid"/>
            <a:round/>
          </a:ln>
        </p:spPr>
        <p:txBody>
          <a:bodyPr rtlCol="0" anchor="ctr"/>
          <a:lstStyle/>
          <a:p>
            <a:pPr algn="ctr"/>
            <a:endParaRPr/>
          </a:p>
        </p:txBody>
      </p:sp>
      <p:grpSp>
        <p:nvGrpSpPr>
          <p:cNvPr id="163" name="组合"/>
          <p:cNvGrpSpPr/>
          <p:nvPr/>
        </p:nvGrpSpPr>
        <p:grpSpPr>
          <a:xfrm>
            <a:off x="5791158" y="2008085"/>
            <a:ext cx="609684" cy="492046"/>
            <a:chOff x="5791158" y="2008085"/>
            <a:chExt cx="609684" cy="492046"/>
          </a:xfrm>
        </p:grpSpPr>
        <p:sp>
          <p:nvSpPr>
            <p:cNvPr id="161" name="曲线"/>
            <p:cNvSpPr/>
            <p:nvPr/>
          </p:nvSpPr>
          <p:spPr>
            <a:xfrm>
              <a:off x="5847468" y="2093575"/>
              <a:ext cx="505045" cy="406555"/>
            </a:xfrm>
            <a:custGeom>
              <a:avLst/>
              <a:gdLst>
                <a:gd name="T1" fmla="*/ 0 w 21600"/>
                <a:gd name="T2" fmla="*/ 0 h 21600"/>
                <a:gd name="T3" fmla="*/ 21600 w 21600"/>
                <a:gd name="T4" fmla="*/ 21600 h 21600"/>
              </a:gdLst>
              <a:ahLst/>
              <a:cxnLst/>
              <a:rect l="T1" t="T2" r="T3" b="T4"/>
              <a:pathLst>
                <a:path w="21600" h="21600">
                  <a:moveTo>
                    <a:pt x="0" y="876"/>
                  </a:moveTo>
                  <a:cubicBezTo>
                    <a:pt x="782" y="-2812"/>
                    <a:pt x="2889" y="6340"/>
                    <a:pt x="4694" y="6246"/>
                  </a:cubicBezTo>
                  <a:cubicBezTo>
                    <a:pt x="6501" y="6152"/>
                    <a:pt x="9167" y="2901"/>
                    <a:pt x="10835" y="1443"/>
                  </a:cubicBezTo>
                  <a:cubicBezTo>
                    <a:pt x="12577" y="1537"/>
                    <a:pt x="15003" y="8129"/>
                    <a:pt x="16745" y="8224"/>
                  </a:cubicBezTo>
                  <a:lnTo>
                    <a:pt x="21145" y="593"/>
                  </a:lnTo>
                  <a:lnTo>
                    <a:pt x="21600" y="21600"/>
                  </a:lnTo>
                  <a:lnTo>
                    <a:pt x="226" y="21600"/>
                  </a:lnTo>
                  <a:lnTo>
                    <a:pt x="0" y="876"/>
                  </a:lnTo>
                  <a:close/>
                </a:path>
              </a:pathLst>
            </a:custGeom>
            <a:solidFill>
              <a:srgbClr val="F4C42A"/>
            </a:solidFill>
            <a:ln w="12700" cap="flat" cmpd="sng">
              <a:noFill/>
              <a:prstDash val="solid"/>
              <a:round/>
            </a:ln>
          </p:spPr>
          <p:txBody>
            <a:bodyPr rtlCol="0" anchor="ctr"/>
            <a:lstStyle/>
            <a:p>
              <a:pPr algn="ctr"/>
              <a:endParaRPr/>
            </a:p>
          </p:txBody>
        </p:sp>
        <p:sp>
          <p:nvSpPr>
            <p:cNvPr id="162" name="曲线"/>
            <p:cNvSpPr>
              <a:spLocks noChangeAspect="1"/>
            </p:cNvSpPr>
            <p:nvPr/>
          </p:nvSpPr>
          <p:spPr>
            <a:xfrm>
              <a:off x="5791158" y="2008085"/>
              <a:ext cx="609684" cy="492046"/>
            </a:xfrm>
            <a:custGeom>
              <a:avLst/>
              <a:gdLst>
                <a:gd name="T1" fmla="*/ 0 w 21600"/>
                <a:gd name="T2" fmla="*/ 0 h 21600"/>
                <a:gd name="T3" fmla="*/ 21600 w 21600"/>
                <a:gd name="T4" fmla="*/ 21600 h 21600"/>
              </a:gdLst>
              <a:ahLst/>
              <a:cxnLst/>
              <a:rect l="T1" t="T2" r="T3" b="T4"/>
              <a:pathLst>
                <a:path w="21600" h="21600">
                  <a:moveTo>
                    <a:pt x="21600" y="2336"/>
                  </a:moveTo>
                  <a:cubicBezTo>
                    <a:pt x="21600" y="1113"/>
                    <a:pt x="20784" y="108"/>
                    <a:pt x="19799" y="108"/>
                  </a:cubicBezTo>
                  <a:cubicBezTo>
                    <a:pt x="18809" y="108"/>
                    <a:pt x="17997" y="1113"/>
                    <a:pt x="17997" y="2336"/>
                  </a:cubicBezTo>
                  <a:cubicBezTo>
                    <a:pt x="17997" y="3137"/>
                    <a:pt x="18347" y="3828"/>
                    <a:pt x="18865" y="4222"/>
                  </a:cubicBezTo>
                  <a:lnTo>
                    <a:pt x="15428" y="8462"/>
                  </a:lnTo>
                  <a:lnTo>
                    <a:pt x="11892" y="4088"/>
                  </a:lnTo>
                  <a:cubicBezTo>
                    <a:pt x="12319" y="3681"/>
                    <a:pt x="12595" y="3043"/>
                    <a:pt x="12595" y="2336"/>
                  </a:cubicBezTo>
                  <a:cubicBezTo>
                    <a:pt x="12595" y="1113"/>
                    <a:pt x="11793" y="108"/>
                    <a:pt x="10793" y="108"/>
                  </a:cubicBezTo>
                  <a:cubicBezTo>
                    <a:pt x="9805" y="108"/>
                    <a:pt x="9004" y="1113"/>
                    <a:pt x="9004" y="2336"/>
                  </a:cubicBezTo>
                  <a:cubicBezTo>
                    <a:pt x="9004" y="3043"/>
                    <a:pt x="9278" y="3681"/>
                    <a:pt x="9707" y="4088"/>
                  </a:cubicBezTo>
                  <a:lnTo>
                    <a:pt x="6160" y="8462"/>
                  </a:lnTo>
                  <a:lnTo>
                    <a:pt x="2678" y="4155"/>
                  </a:lnTo>
                  <a:cubicBezTo>
                    <a:pt x="3217" y="3775"/>
                    <a:pt x="3588" y="3056"/>
                    <a:pt x="3588" y="2226"/>
                  </a:cubicBezTo>
                  <a:cubicBezTo>
                    <a:pt x="3588" y="1003"/>
                    <a:pt x="2789" y="0"/>
                    <a:pt x="1799" y="0"/>
                  </a:cubicBezTo>
                  <a:cubicBezTo>
                    <a:pt x="801" y="0"/>
                    <a:pt x="0" y="1003"/>
                    <a:pt x="0" y="2226"/>
                  </a:cubicBezTo>
                  <a:cubicBezTo>
                    <a:pt x="0" y="3083"/>
                    <a:pt x="406" y="3828"/>
                    <a:pt x="988" y="4196"/>
                  </a:cubicBezTo>
                  <a:lnTo>
                    <a:pt x="988" y="20744"/>
                  </a:lnTo>
                  <a:cubicBezTo>
                    <a:pt x="988" y="21206"/>
                    <a:pt x="1295" y="21585"/>
                    <a:pt x="1669" y="21585"/>
                  </a:cubicBezTo>
                  <a:lnTo>
                    <a:pt x="6280" y="21585"/>
                  </a:lnTo>
                  <a:cubicBezTo>
                    <a:pt x="6322" y="21600"/>
                    <a:pt x="6357" y="21600"/>
                    <a:pt x="6402" y="21600"/>
                  </a:cubicBezTo>
                  <a:lnTo>
                    <a:pt x="6402" y="21600"/>
                  </a:lnTo>
                  <a:lnTo>
                    <a:pt x="19930" y="21585"/>
                  </a:lnTo>
                  <a:cubicBezTo>
                    <a:pt x="20304" y="21585"/>
                    <a:pt x="20611" y="21206"/>
                    <a:pt x="20611" y="20744"/>
                  </a:cubicBezTo>
                  <a:lnTo>
                    <a:pt x="20611" y="4305"/>
                  </a:lnTo>
                  <a:cubicBezTo>
                    <a:pt x="21193" y="3938"/>
                    <a:pt x="21600" y="3190"/>
                    <a:pt x="21600" y="2336"/>
                  </a:cubicBezTo>
                  <a:close/>
                  <a:moveTo>
                    <a:pt x="19799" y="1805"/>
                  </a:moveTo>
                  <a:cubicBezTo>
                    <a:pt x="20040" y="1805"/>
                    <a:pt x="20227" y="2035"/>
                    <a:pt x="20227" y="2336"/>
                  </a:cubicBezTo>
                  <a:cubicBezTo>
                    <a:pt x="20227" y="2620"/>
                    <a:pt x="20040" y="2866"/>
                    <a:pt x="19799" y="2866"/>
                  </a:cubicBezTo>
                  <a:cubicBezTo>
                    <a:pt x="19568" y="2866"/>
                    <a:pt x="19370" y="2620"/>
                    <a:pt x="19370" y="2336"/>
                  </a:cubicBezTo>
                  <a:cubicBezTo>
                    <a:pt x="19370" y="2035"/>
                    <a:pt x="19568" y="1805"/>
                    <a:pt x="19799" y="1805"/>
                  </a:cubicBezTo>
                  <a:close/>
                  <a:moveTo>
                    <a:pt x="10793" y="1805"/>
                  </a:moveTo>
                  <a:cubicBezTo>
                    <a:pt x="11036" y="1805"/>
                    <a:pt x="11233" y="2035"/>
                    <a:pt x="11233" y="2336"/>
                  </a:cubicBezTo>
                  <a:cubicBezTo>
                    <a:pt x="11233" y="2620"/>
                    <a:pt x="11036" y="2866"/>
                    <a:pt x="10793" y="2866"/>
                  </a:cubicBezTo>
                  <a:cubicBezTo>
                    <a:pt x="10561" y="2866"/>
                    <a:pt x="10366" y="2620"/>
                    <a:pt x="10366" y="2336"/>
                  </a:cubicBezTo>
                  <a:cubicBezTo>
                    <a:pt x="10366" y="2035"/>
                    <a:pt x="10561" y="1805"/>
                    <a:pt x="10793" y="1805"/>
                  </a:cubicBezTo>
                  <a:close/>
                  <a:moveTo>
                    <a:pt x="1799" y="1697"/>
                  </a:moveTo>
                  <a:cubicBezTo>
                    <a:pt x="2030" y="1697"/>
                    <a:pt x="2229" y="1942"/>
                    <a:pt x="2229" y="2226"/>
                  </a:cubicBezTo>
                  <a:cubicBezTo>
                    <a:pt x="2229" y="2524"/>
                    <a:pt x="2030" y="2757"/>
                    <a:pt x="1799" y="2757"/>
                  </a:cubicBezTo>
                  <a:cubicBezTo>
                    <a:pt x="1558" y="2757"/>
                    <a:pt x="1370" y="2524"/>
                    <a:pt x="1370" y="2226"/>
                  </a:cubicBezTo>
                  <a:cubicBezTo>
                    <a:pt x="1370" y="1942"/>
                    <a:pt x="1558" y="1697"/>
                    <a:pt x="1799" y="1697"/>
                  </a:cubicBezTo>
                  <a:close/>
                  <a:moveTo>
                    <a:pt x="19239" y="19901"/>
                  </a:moveTo>
                  <a:lnTo>
                    <a:pt x="6532" y="19912"/>
                  </a:lnTo>
                  <a:cubicBezTo>
                    <a:pt x="6498" y="19901"/>
                    <a:pt x="6456" y="19901"/>
                    <a:pt x="6413" y="19901"/>
                  </a:cubicBezTo>
                  <a:lnTo>
                    <a:pt x="2359" y="19901"/>
                  </a:lnTo>
                  <a:lnTo>
                    <a:pt x="2359" y="6152"/>
                  </a:lnTo>
                  <a:lnTo>
                    <a:pt x="5688" y="10256"/>
                  </a:lnTo>
                  <a:cubicBezTo>
                    <a:pt x="5951" y="10596"/>
                    <a:pt x="6379" y="10596"/>
                    <a:pt x="6654" y="10256"/>
                  </a:cubicBezTo>
                  <a:lnTo>
                    <a:pt x="10804" y="5121"/>
                  </a:lnTo>
                  <a:lnTo>
                    <a:pt x="14944" y="10256"/>
                  </a:lnTo>
                  <a:cubicBezTo>
                    <a:pt x="15207" y="10582"/>
                    <a:pt x="15645" y="10582"/>
                    <a:pt x="15910" y="10256"/>
                  </a:cubicBezTo>
                  <a:lnTo>
                    <a:pt x="19250" y="6152"/>
                  </a:lnTo>
                  <a:lnTo>
                    <a:pt x="19250" y="19901"/>
                  </a:lnTo>
                  <a:lnTo>
                    <a:pt x="19239" y="19901"/>
                  </a:lnTo>
                  <a:close/>
                </a:path>
              </a:pathLst>
            </a:custGeom>
            <a:solidFill>
              <a:schemeClr val="tx1"/>
            </a:solidFill>
            <a:ln w="9525" cap="flat" cmpd="sng">
              <a:noFill/>
              <a:prstDash val="solid"/>
              <a:round/>
            </a:ln>
          </p:spPr>
          <p:txBody>
            <a:bodyPr rtlCol="0" anchor="ctr"/>
            <a:lstStyle/>
            <a:p>
              <a:pPr algn="ctr"/>
              <a:endParaRPr/>
            </a:p>
          </p:txBody>
        </p:sp>
      </p:grpSp>
      <p:sp>
        <p:nvSpPr>
          <p:cNvPr id="164" name="矩形"/>
          <p:cNvSpPr/>
          <p:nvPr/>
        </p:nvSpPr>
        <p:spPr>
          <a:xfrm flipH="1">
            <a:off x="2331423" y="2655712"/>
            <a:ext cx="7529154" cy="1525905"/>
          </a:xfrm>
          <a:prstGeom prst="rect">
            <a:avLst/>
          </a:prstGeom>
          <a:noFill/>
          <a:ln w="9525" cap="flat" cmpd="sng">
            <a:noFill/>
            <a:prstDash val="solid"/>
            <a:round/>
          </a:ln>
        </p:spPr>
        <p:txBody>
          <a:bodyPr vert="horz" wrap="square" lIns="68580" tIns="34290" rIns="68580" bIns="34290" anchor="t" anchorCtr="0">
            <a:spAutoFit/>
          </a:bodyPr>
          <a:lstStyle/>
          <a:p>
            <a:pPr marL="0" indent="0" algn="dist" eaLnBrk="0" latinLnBrk="0" hangingPunct="0">
              <a:lnSpc>
                <a:spcPct val="100000"/>
              </a:lnSpc>
              <a:spcBef>
                <a:spcPts val="0"/>
              </a:spcBef>
              <a:spcAft>
                <a:spcPts val="0"/>
              </a:spcAft>
              <a:buNone/>
            </a:pPr>
            <a:r>
              <a:rPr lang="en-US" altLang="zh-CN" sz="9600" b="0" i="0" u="none" strike="noStrike" kern="1200" cap="none" spc="600" baseline="0">
                <a:solidFill>
                  <a:schemeClr val="tx1"/>
                </a:solidFill>
                <a:latin typeface="字魂105号-简雅黑" pitchFamily="2" charset="-122"/>
                <a:ea typeface="字魂105号-简雅黑" pitchFamily="2" charset="-122"/>
                <a:cs typeface="字魂59号-创粗黑" charset="0"/>
                <a:sym typeface="字魂105号-简雅黑" pitchFamily="2" charset="-122"/>
              </a:rPr>
              <a:t>THANKS</a:t>
            </a:r>
            <a:endParaRPr lang="zh-CN" altLang="en-US" sz="9600" b="0" i="0" u="none" strike="noStrike" kern="1200" cap="none" spc="600" baseline="0">
              <a:solidFill>
                <a:schemeClr val="tx1"/>
              </a:solidFill>
              <a:latin typeface="字魂105号-简雅黑" pitchFamily="2" charset="-122"/>
              <a:ea typeface="字魂105号-简雅黑" pitchFamily="2" charset="-122"/>
              <a:cs typeface="字魂59号-创粗黑" charset="0"/>
              <a:sym typeface="字魂105号-简雅黑"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4"/>
                                        </p:tgtEl>
                                        <p:attrNameLst>
                                          <p:attrName>style.visibility</p:attrName>
                                        </p:attrNameLst>
                                      </p:cBhvr>
                                      <p:to>
                                        <p:strVal val="visible"/>
                                      </p:to>
                                    </p:set>
                                    <p:animEffect transition="in" filter="fade">
                                      <p:cBhvr>
                                        <p:cTn id="7" dur="5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mFkYTBhODUyZmQyNmI3YjY1ZTI3MDEwYThkYzU1YzgifQ=="/>
</p:tagLst>
</file>

<file path=ppt/theme/theme1.xml><?xml version="1.0" encoding="utf-8"?>
<a:theme xmlns:a="http://schemas.openxmlformats.org/drawingml/2006/main" name="Office 主题​​">
  <a:themeElements>
    <a:clrScheme name="Office 主题​​">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
        <a:ea typeface=""/>
        <a:cs typeface=""/>
      </a:majorFont>
      <a:minorFont>
        <a:latin typeface=""/>
        <a:ea typeface=""/>
        <a:cs typeface=""/>
      </a:minorFont>
    </a:fontScheme>
    <a:fmtScheme name="Office 主题​​">
      <a:fillStyleLst>
        <a:solidFill>
          <a:schemeClr val="phClr"/>
        </a:solidFill>
        <a:gradFill/>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Normal.eit</Template>
  <TotalTime>0</TotalTime>
  <Words>68</Words>
  <Application>Microsoft Office PowerPoint</Application>
  <PresentationFormat>宽屏</PresentationFormat>
  <Paragraphs>14</Paragraphs>
  <Slides>6</Slides>
  <Notes>6</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vt:i4>
      </vt:variant>
    </vt:vector>
  </HeadingPairs>
  <TitlesOfParts>
    <vt:vector size="12" baseType="lpstr">
      <vt:lpstr>等线</vt:lpstr>
      <vt:lpstr>字魂105号-简雅黑</vt:lpstr>
      <vt:lpstr>字魂59号-创粗黑</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044</dc:title>
  <dc:creator>2911536061@qq.com</dc:creator>
  <cp:lastModifiedBy>17701878782@163.com</cp:lastModifiedBy>
  <cp:revision>22</cp:revision>
  <dcterms:created xsi:type="dcterms:W3CDTF">2019-04-16T02:00:00Z</dcterms:created>
  <dcterms:modified xsi:type="dcterms:W3CDTF">2025-11-18T13:40:35Z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C4BBAAA4159E4A38A35184258219B4A5_12</vt:lpwstr>
  </property>
  <property fmtid="{D5CDD505-2E9C-101B-9397-08002B2CF9AE}" pid="3" name="KSOProductBuildVer">
    <vt:lpwstr>2052-12.1.0.16729</vt:lpwstr>
  </property>
</Properties>
</file>